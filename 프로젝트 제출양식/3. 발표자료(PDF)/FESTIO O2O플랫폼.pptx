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7" r:id="rId22"/>
    <p:sldId id="276" r:id="rId2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4052"/>
    <a:srgbClr val="FFFFFF"/>
    <a:srgbClr val="F8FA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345A6-FB75-4B58-A939-60EB2F3ABBE7}" v="32" dt="2026-06-29T01:55:51.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90" autoAdjust="0"/>
  </p:normalViewPr>
  <p:slideViewPr>
    <p:cSldViewPr snapToGrid="0" snapToObjects="1">
      <p:cViewPr varScale="1">
        <p:scale>
          <a:sx n="70" d="100"/>
          <a:sy n="70" d="100"/>
        </p:scale>
        <p:origin x="2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하율 오" userId="46ce053ad8a9501c" providerId="LiveId" clId="{75ED47A5-FCF4-4240-8D18-F11E284FB3CE}"/>
    <pc:docChg chg="undo custSel addSld modSld">
      <pc:chgData name="하율 오" userId="46ce053ad8a9501c" providerId="LiveId" clId="{75ED47A5-FCF4-4240-8D18-F11E284FB3CE}" dt="2026-06-29T01:55:51.911" v="367" actId="27636"/>
      <pc:docMkLst>
        <pc:docMk/>
      </pc:docMkLst>
      <pc:sldChg chg="modSp mod">
        <pc:chgData name="하율 오" userId="46ce053ad8a9501c" providerId="LiveId" clId="{75ED47A5-FCF4-4240-8D18-F11E284FB3CE}" dt="2026-06-29T00:23:23.438" v="6" actId="962"/>
        <pc:sldMkLst>
          <pc:docMk/>
          <pc:sldMk cId="0" sldId="256"/>
        </pc:sldMkLst>
        <pc:spChg chg="mod">
          <ac:chgData name="하율 오" userId="46ce053ad8a9501c" providerId="LiveId" clId="{75ED47A5-FCF4-4240-8D18-F11E284FB3CE}" dt="2026-06-29T00:23:23.438" v="6" actId="962"/>
          <ac:spMkLst>
            <pc:docMk/>
            <pc:sldMk cId="0" sldId="256"/>
            <ac:spMk id="10" creationId="{00000000-0000-0000-0000-000000000000}"/>
          </ac:spMkLst>
        </pc:spChg>
      </pc:sldChg>
      <pc:sldChg chg="modSp mod">
        <pc:chgData name="하율 오" userId="46ce053ad8a9501c" providerId="LiveId" clId="{75ED47A5-FCF4-4240-8D18-F11E284FB3CE}" dt="2026-06-29T00:23:23.482" v="14" actId="962"/>
        <pc:sldMkLst>
          <pc:docMk/>
          <pc:sldMk cId="0" sldId="257"/>
        </pc:sldMkLst>
        <pc:spChg chg="mod">
          <ac:chgData name="하율 오" userId="46ce053ad8a9501c" providerId="LiveId" clId="{75ED47A5-FCF4-4240-8D18-F11E284FB3CE}" dt="2026-06-29T00:23:23.455" v="7" actId="962"/>
          <ac:spMkLst>
            <pc:docMk/>
            <pc:sldMk cId="0" sldId="257"/>
            <ac:spMk id="3" creationId="{00000000-0000-0000-0000-000000000000}"/>
          </ac:spMkLst>
        </pc:spChg>
        <pc:spChg chg="mod">
          <ac:chgData name="하율 오" userId="46ce053ad8a9501c" providerId="LiveId" clId="{75ED47A5-FCF4-4240-8D18-F11E284FB3CE}" dt="2026-06-29T00:23:23.459" v="8" actId="962"/>
          <ac:spMkLst>
            <pc:docMk/>
            <pc:sldMk cId="0" sldId="257"/>
            <ac:spMk id="4" creationId="{00000000-0000-0000-0000-000000000000}"/>
          </ac:spMkLst>
        </pc:spChg>
        <pc:spChg chg="mod">
          <ac:chgData name="하율 오" userId="46ce053ad8a9501c" providerId="LiveId" clId="{75ED47A5-FCF4-4240-8D18-F11E284FB3CE}" dt="2026-06-29T00:23:23.464" v="9" actId="962"/>
          <ac:spMkLst>
            <pc:docMk/>
            <pc:sldMk cId="0" sldId="257"/>
            <ac:spMk id="6" creationId="{00000000-0000-0000-0000-000000000000}"/>
          </ac:spMkLst>
        </pc:spChg>
        <pc:spChg chg="mod">
          <ac:chgData name="하율 오" userId="46ce053ad8a9501c" providerId="LiveId" clId="{75ED47A5-FCF4-4240-8D18-F11E284FB3CE}" dt="2026-06-29T00:23:23.467" v="10" actId="962"/>
          <ac:spMkLst>
            <pc:docMk/>
            <pc:sldMk cId="0" sldId="257"/>
            <ac:spMk id="10" creationId="{00000000-0000-0000-0000-000000000000}"/>
          </ac:spMkLst>
        </pc:spChg>
        <pc:spChg chg="mod">
          <ac:chgData name="하율 오" userId="46ce053ad8a9501c" providerId="LiveId" clId="{75ED47A5-FCF4-4240-8D18-F11E284FB3CE}" dt="2026-06-29T00:23:23.471" v="11" actId="962"/>
          <ac:spMkLst>
            <pc:docMk/>
            <pc:sldMk cId="0" sldId="257"/>
            <ac:spMk id="14" creationId="{00000000-0000-0000-0000-000000000000}"/>
          </ac:spMkLst>
        </pc:spChg>
        <pc:spChg chg="mod">
          <ac:chgData name="하율 오" userId="46ce053ad8a9501c" providerId="LiveId" clId="{75ED47A5-FCF4-4240-8D18-F11E284FB3CE}" dt="2026-06-29T00:23:23.475" v="12" actId="962"/>
          <ac:spMkLst>
            <pc:docMk/>
            <pc:sldMk cId="0" sldId="257"/>
            <ac:spMk id="18" creationId="{00000000-0000-0000-0000-000000000000}"/>
          </ac:spMkLst>
        </pc:spChg>
        <pc:spChg chg="mod">
          <ac:chgData name="하율 오" userId="46ce053ad8a9501c" providerId="LiveId" clId="{75ED47A5-FCF4-4240-8D18-F11E284FB3CE}" dt="2026-06-29T00:23:23.478" v="13" actId="962"/>
          <ac:spMkLst>
            <pc:docMk/>
            <pc:sldMk cId="0" sldId="257"/>
            <ac:spMk id="22" creationId="{00000000-0000-0000-0000-000000000000}"/>
          </ac:spMkLst>
        </pc:spChg>
        <pc:spChg chg="mod">
          <ac:chgData name="하율 오" userId="46ce053ad8a9501c" providerId="LiveId" clId="{75ED47A5-FCF4-4240-8D18-F11E284FB3CE}" dt="2026-06-29T00:23:23.482" v="14" actId="962"/>
          <ac:spMkLst>
            <pc:docMk/>
            <pc:sldMk cId="0" sldId="257"/>
            <ac:spMk id="26" creationId="{00000000-0000-0000-0000-000000000000}"/>
          </ac:spMkLst>
        </pc:spChg>
      </pc:sldChg>
      <pc:sldChg chg="modSp mod">
        <pc:chgData name="하율 오" userId="46ce053ad8a9501c" providerId="LiveId" clId="{75ED47A5-FCF4-4240-8D18-F11E284FB3CE}" dt="2026-06-29T00:23:23.492" v="16" actId="962"/>
        <pc:sldMkLst>
          <pc:docMk/>
          <pc:sldMk cId="0" sldId="258"/>
        </pc:sldMkLst>
        <pc:spChg chg="mod">
          <ac:chgData name="하율 오" userId="46ce053ad8a9501c" providerId="LiveId" clId="{75ED47A5-FCF4-4240-8D18-F11E284FB3CE}" dt="2026-06-29T00:23:23.489" v="15" actId="962"/>
          <ac:spMkLst>
            <pc:docMk/>
            <pc:sldMk cId="0" sldId="258"/>
            <ac:spMk id="6" creationId="{00000000-0000-0000-0000-000000000000}"/>
          </ac:spMkLst>
        </pc:spChg>
        <pc:spChg chg="mod">
          <ac:chgData name="하율 오" userId="46ce053ad8a9501c" providerId="LiveId" clId="{75ED47A5-FCF4-4240-8D18-F11E284FB3CE}" dt="2026-06-29T00:23:23.492" v="16" actId="962"/>
          <ac:spMkLst>
            <pc:docMk/>
            <pc:sldMk cId="0" sldId="258"/>
            <ac:spMk id="7" creationId="{00000000-0000-0000-0000-000000000000}"/>
          </ac:spMkLst>
        </pc:spChg>
      </pc:sldChg>
      <pc:sldChg chg="modSp mod">
        <pc:chgData name="하율 오" userId="46ce053ad8a9501c" providerId="LiveId" clId="{75ED47A5-FCF4-4240-8D18-F11E284FB3CE}" dt="2026-06-29T00:23:23.566" v="33" actId="962"/>
        <pc:sldMkLst>
          <pc:docMk/>
          <pc:sldMk cId="0" sldId="259"/>
        </pc:sldMkLst>
        <pc:spChg chg="mod">
          <ac:chgData name="하율 오" userId="46ce053ad8a9501c" providerId="LiveId" clId="{75ED47A5-FCF4-4240-8D18-F11E284FB3CE}" dt="2026-06-29T00:23:23.508" v="17" actId="962"/>
          <ac:spMkLst>
            <pc:docMk/>
            <pc:sldMk cId="0" sldId="259"/>
            <ac:spMk id="3" creationId="{00000000-0000-0000-0000-000000000000}"/>
          </ac:spMkLst>
        </pc:spChg>
        <pc:spChg chg="mod">
          <ac:chgData name="하율 오" userId="46ce053ad8a9501c" providerId="LiveId" clId="{75ED47A5-FCF4-4240-8D18-F11E284FB3CE}" dt="2026-06-29T00:23:23.511" v="18" actId="962"/>
          <ac:spMkLst>
            <pc:docMk/>
            <pc:sldMk cId="0" sldId="259"/>
            <ac:spMk id="6" creationId="{00000000-0000-0000-0000-000000000000}"/>
          </ac:spMkLst>
        </pc:spChg>
        <pc:spChg chg="mod">
          <ac:chgData name="하율 오" userId="46ce053ad8a9501c" providerId="LiveId" clId="{75ED47A5-FCF4-4240-8D18-F11E284FB3CE}" dt="2026-06-29T00:23:23.515" v="19" actId="962"/>
          <ac:spMkLst>
            <pc:docMk/>
            <pc:sldMk cId="0" sldId="259"/>
            <ac:spMk id="16" creationId="{00000000-0000-0000-0000-000000000000}"/>
          </ac:spMkLst>
        </pc:spChg>
        <pc:spChg chg="mod">
          <ac:chgData name="하율 오" userId="46ce053ad8a9501c" providerId="LiveId" clId="{75ED47A5-FCF4-4240-8D18-F11E284FB3CE}" dt="2026-06-29T00:23:23.518" v="20" actId="962"/>
          <ac:spMkLst>
            <pc:docMk/>
            <pc:sldMk cId="0" sldId="259"/>
            <ac:spMk id="17" creationId="{00000000-0000-0000-0000-000000000000}"/>
          </ac:spMkLst>
        </pc:spChg>
        <pc:spChg chg="mod">
          <ac:chgData name="하율 오" userId="46ce053ad8a9501c" providerId="LiveId" clId="{75ED47A5-FCF4-4240-8D18-F11E284FB3CE}" dt="2026-06-29T00:23:23.522" v="21" actId="962"/>
          <ac:spMkLst>
            <pc:docMk/>
            <pc:sldMk cId="0" sldId="259"/>
            <ac:spMk id="18" creationId="{00000000-0000-0000-0000-000000000000}"/>
          </ac:spMkLst>
        </pc:spChg>
        <pc:spChg chg="mod">
          <ac:chgData name="하율 오" userId="46ce053ad8a9501c" providerId="LiveId" clId="{75ED47A5-FCF4-4240-8D18-F11E284FB3CE}" dt="2026-06-29T00:23:23.525" v="22" actId="962"/>
          <ac:spMkLst>
            <pc:docMk/>
            <pc:sldMk cId="0" sldId="259"/>
            <ac:spMk id="19" creationId="{00000000-0000-0000-0000-000000000000}"/>
          </ac:spMkLst>
        </pc:spChg>
        <pc:spChg chg="mod">
          <ac:chgData name="하율 오" userId="46ce053ad8a9501c" providerId="LiveId" clId="{75ED47A5-FCF4-4240-8D18-F11E284FB3CE}" dt="2026-06-29T00:23:23.529" v="23" actId="962"/>
          <ac:spMkLst>
            <pc:docMk/>
            <pc:sldMk cId="0" sldId="259"/>
            <ac:spMk id="20" creationId="{00000000-0000-0000-0000-000000000000}"/>
          </ac:spMkLst>
        </pc:spChg>
        <pc:spChg chg="mod">
          <ac:chgData name="하율 오" userId="46ce053ad8a9501c" providerId="LiveId" clId="{75ED47A5-FCF4-4240-8D18-F11E284FB3CE}" dt="2026-06-29T00:23:23.532" v="24" actId="962"/>
          <ac:spMkLst>
            <pc:docMk/>
            <pc:sldMk cId="0" sldId="259"/>
            <ac:spMk id="24" creationId="{00000000-0000-0000-0000-000000000000}"/>
          </ac:spMkLst>
        </pc:spChg>
        <pc:spChg chg="mod">
          <ac:chgData name="하율 오" userId="46ce053ad8a9501c" providerId="LiveId" clId="{75ED47A5-FCF4-4240-8D18-F11E284FB3CE}" dt="2026-06-29T00:23:23.536" v="25" actId="962"/>
          <ac:spMkLst>
            <pc:docMk/>
            <pc:sldMk cId="0" sldId="259"/>
            <ac:spMk id="25" creationId="{00000000-0000-0000-0000-000000000000}"/>
          </ac:spMkLst>
        </pc:spChg>
        <pc:spChg chg="mod">
          <ac:chgData name="하율 오" userId="46ce053ad8a9501c" providerId="LiveId" clId="{75ED47A5-FCF4-4240-8D18-F11E284FB3CE}" dt="2026-06-29T00:23:23.539" v="26" actId="962"/>
          <ac:spMkLst>
            <pc:docMk/>
            <pc:sldMk cId="0" sldId="259"/>
            <ac:spMk id="26" creationId="{00000000-0000-0000-0000-000000000000}"/>
          </ac:spMkLst>
        </pc:spChg>
        <pc:spChg chg="mod">
          <ac:chgData name="하율 오" userId="46ce053ad8a9501c" providerId="LiveId" clId="{75ED47A5-FCF4-4240-8D18-F11E284FB3CE}" dt="2026-06-29T00:23:23.542" v="27" actId="962"/>
          <ac:spMkLst>
            <pc:docMk/>
            <pc:sldMk cId="0" sldId="259"/>
            <ac:spMk id="27" creationId="{00000000-0000-0000-0000-000000000000}"/>
          </ac:spMkLst>
        </pc:spChg>
        <pc:spChg chg="mod">
          <ac:chgData name="하율 오" userId="46ce053ad8a9501c" providerId="LiveId" clId="{75ED47A5-FCF4-4240-8D18-F11E284FB3CE}" dt="2026-06-29T00:23:23.545" v="28" actId="962"/>
          <ac:spMkLst>
            <pc:docMk/>
            <pc:sldMk cId="0" sldId="259"/>
            <ac:spMk id="28" creationId="{00000000-0000-0000-0000-000000000000}"/>
          </ac:spMkLst>
        </pc:spChg>
        <pc:spChg chg="mod">
          <ac:chgData name="하율 오" userId="46ce053ad8a9501c" providerId="LiveId" clId="{75ED47A5-FCF4-4240-8D18-F11E284FB3CE}" dt="2026-06-29T00:23:23.550" v="29" actId="962"/>
          <ac:spMkLst>
            <pc:docMk/>
            <pc:sldMk cId="0" sldId="259"/>
            <ac:spMk id="32" creationId="{00000000-0000-0000-0000-000000000000}"/>
          </ac:spMkLst>
        </pc:spChg>
        <pc:spChg chg="mod">
          <ac:chgData name="하율 오" userId="46ce053ad8a9501c" providerId="LiveId" clId="{75ED47A5-FCF4-4240-8D18-F11E284FB3CE}" dt="2026-06-29T00:23:23.554" v="30" actId="962"/>
          <ac:spMkLst>
            <pc:docMk/>
            <pc:sldMk cId="0" sldId="259"/>
            <ac:spMk id="33" creationId="{00000000-0000-0000-0000-000000000000}"/>
          </ac:spMkLst>
        </pc:spChg>
        <pc:spChg chg="mod">
          <ac:chgData name="하율 오" userId="46ce053ad8a9501c" providerId="LiveId" clId="{75ED47A5-FCF4-4240-8D18-F11E284FB3CE}" dt="2026-06-29T00:23:23.557" v="31" actId="962"/>
          <ac:spMkLst>
            <pc:docMk/>
            <pc:sldMk cId="0" sldId="259"/>
            <ac:spMk id="34" creationId="{00000000-0000-0000-0000-000000000000}"/>
          </ac:spMkLst>
        </pc:spChg>
        <pc:spChg chg="mod">
          <ac:chgData name="하율 오" userId="46ce053ad8a9501c" providerId="LiveId" clId="{75ED47A5-FCF4-4240-8D18-F11E284FB3CE}" dt="2026-06-29T00:23:23.562" v="32" actId="962"/>
          <ac:spMkLst>
            <pc:docMk/>
            <pc:sldMk cId="0" sldId="259"/>
            <ac:spMk id="35" creationId="{00000000-0000-0000-0000-000000000000}"/>
          </ac:spMkLst>
        </pc:spChg>
        <pc:spChg chg="mod">
          <ac:chgData name="하율 오" userId="46ce053ad8a9501c" providerId="LiveId" clId="{75ED47A5-FCF4-4240-8D18-F11E284FB3CE}" dt="2026-06-29T00:23:23.566" v="33" actId="962"/>
          <ac:spMkLst>
            <pc:docMk/>
            <pc:sldMk cId="0" sldId="259"/>
            <ac:spMk id="36" creationId="{00000000-0000-0000-0000-000000000000}"/>
          </ac:spMkLst>
        </pc:spChg>
      </pc:sldChg>
      <pc:sldChg chg="modSp mod">
        <pc:chgData name="하율 오" userId="46ce053ad8a9501c" providerId="LiveId" clId="{75ED47A5-FCF4-4240-8D18-F11E284FB3CE}" dt="2026-06-29T00:23:23.675" v="60" actId="962"/>
        <pc:sldMkLst>
          <pc:docMk/>
          <pc:sldMk cId="0" sldId="260"/>
        </pc:sldMkLst>
        <pc:spChg chg="mod">
          <ac:chgData name="하율 오" userId="46ce053ad8a9501c" providerId="LiveId" clId="{75ED47A5-FCF4-4240-8D18-F11E284FB3CE}" dt="2026-06-29T00:23:23.589" v="34" actId="962"/>
          <ac:spMkLst>
            <pc:docMk/>
            <pc:sldMk cId="0" sldId="260"/>
            <ac:spMk id="3" creationId="{00000000-0000-0000-0000-000000000000}"/>
          </ac:spMkLst>
        </pc:spChg>
        <pc:spChg chg="mod">
          <ac:chgData name="하율 오" userId="46ce053ad8a9501c" providerId="LiveId" clId="{75ED47A5-FCF4-4240-8D18-F11E284FB3CE}" dt="2026-06-29T00:23:23.592" v="35" actId="962"/>
          <ac:spMkLst>
            <pc:docMk/>
            <pc:sldMk cId="0" sldId="260"/>
            <ac:spMk id="5" creationId="{00000000-0000-0000-0000-000000000000}"/>
          </ac:spMkLst>
        </pc:spChg>
        <pc:spChg chg="mod">
          <ac:chgData name="하율 오" userId="46ce053ad8a9501c" providerId="LiveId" clId="{75ED47A5-FCF4-4240-8D18-F11E284FB3CE}" dt="2026-06-29T00:23:23.595" v="36" actId="962"/>
          <ac:spMkLst>
            <pc:docMk/>
            <pc:sldMk cId="0" sldId="260"/>
            <ac:spMk id="6" creationId="{00000000-0000-0000-0000-000000000000}"/>
          </ac:spMkLst>
        </pc:spChg>
        <pc:spChg chg="mod">
          <ac:chgData name="하율 오" userId="46ce053ad8a9501c" providerId="LiveId" clId="{75ED47A5-FCF4-4240-8D18-F11E284FB3CE}" dt="2026-06-29T00:23:23.599" v="37" actId="962"/>
          <ac:spMkLst>
            <pc:docMk/>
            <pc:sldMk cId="0" sldId="260"/>
            <ac:spMk id="10" creationId="{00000000-0000-0000-0000-000000000000}"/>
          </ac:spMkLst>
        </pc:spChg>
        <pc:spChg chg="mod">
          <ac:chgData name="하율 오" userId="46ce053ad8a9501c" providerId="LiveId" clId="{75ED47A5-FCF4-4240-8D18-F11E284FB3CE}" dt="2026-06-29T00:23:23.604" v="38" actId="962"/>
          <ac:spMkLst>
            <pc:docMk/>
            <pc:sldMk cId="0" sldId="260"/>
            <ac:spMk id="12" creationId="{00000000-0000-0000-0000-000000000000}"/>
          </ac:spMkLst>
        </pc:spChg>
        <pc:spChg chg="mod">
          <ac:chgData name="하율 오" userId="46ce053ad8a9501c" providerId="LiveId" clId="{75ED47A5-FCF4-4240-8D18-F11E284FB3CE}" dt="2026-06-29T00:23:23.607" v="39" actId="962"/>
          <ac:spMkLst>
            <pc:docMk/>
            <pc:sldMk cId="0" sldId="260"/>
            <ac:spMk id="14" creationId="{00000000-0000-0000-0000-000000000000}"/>
          </ac:spMkLst>
        </pc:spChg>
        <pc:spChg chg="mod">
          <ac:chgData name="하율 오" userId="46ce053ad8a9501c" providerId="LiveId" clId="{75ED47A5-FCF4-4240-8D18-F11E284FB3CE}" dt="2026-06-29T00:23:23.610" v="40" actId="962"/>
          <ac:spMkLst>
            <pc:docMk/>
            <pc:sldMk cId="0" sldId="260"/>
            <ac:spMk id="16" creationId="{00000000-0000-0000-0000-000000000000}"/>
          </ac:spMkLst>
        </pc:spChg>
        <pc:spChg chg="mod">
          <ac:chgData name="하율 오" userId="46ce053ad8a9501c" providerId="LiveId" clId="{75ED47A5-FCF4-4240-8D18-F11E284FB3CE}" dt="2026-06-29T00:23:23.614" v="41" actId="962"/>
          <ac:spMkLst>
            <pc:docMk/>
            <pc:sldMk cId="0" sldId="260"/>
            <ac:spMk id="18" creationId="{00000000-0000-0000-0000-000000000000}"/>
          </ac:spMkLst>
        </pc:spChg>
        <pc:spChg chg="mod">
          <ac:chgData name="하율 오" userId="46ce053ad8a9501c" providerId="LiveId" clId="{75ED47A5-FCF4-4240-8D18-F11E284FB3CE}" dt="2026-06-29T00:23:23.616" v="42" actId="962"/>
          <ac:spMkLst>
            <pc:docMk/>
            <pc:sldMk cId="0" sldId="260"/>
            <ac:spMk id="20" creationId="{00000000-0000-0000-0000-000000000000}"/>
          </ac:spMkLst>
        </pc:spChg>
        <pc:spChg chg="mod">
          <ac:chgData name="하율 오" userId="46ce053ad8a9501c" providerId="LiveId" clId="{75ED47A5-FCF4-4240-8D18-F11E284FB3CE}" dt="2026-06-29T00:23:23.620" v="43" actId="962"/>
          <ac:spMkLst>
            <pc:docMk/>
            <pc:sldMk cId="0" sldId="260"/>
            <ac:spMk id="21" creationId="{00000000-0000-0000-0000-000000000000}"/>
          </ac:spMkLst>
        </pc:spChg>
        <pc:spChg chg="mod">
          <ac:chgData name="하율 오" userId="46ce053ad8a9501c" providerId="LiveId" clId="{75ED47A5-FCF4-4240-8D18-F11E284FB3CE}" dt="2026-06-29T00:23:23.623" v="44" actId="962"/>
          <ac:spMkLst>
            <pc:docMk/>
            <pc:sldMk cId="0" sldId="260"/>
            <ac:spMk id="25" creationId="{00000000-0000-0000-0000-000000000000}"/>
          </ac:spMkLst>
        </pc:spChg>
        <pc:spChg chg="mod">
          <ac:chgData name="하율 오" userId="46ce053ad8a9501c" providerId="LiveId" clId="{75ED47A5-FCF4-4240-8D18-F11E284FB3CE}" dt="2026-06-29T00:23:23.627" v="45" actId="962"/>
          <ac:spMkLst>
            <pc:docMk/>
            <pc:sldMk cId="0" sldId="260"/>
            <ac:spMk id="27" creationId="{00000000-0000-0000-0000-000000000000}"/>
          </ac:spMkLst>
        </pc:spChg>
        <pc:spChg chg="mod">
          <ac:chgData name="하율 오" userId="46ce053ad8a9501c" providerId="LiveId" clId="{75ED47A5-FCF4-4240-8D18-F11E284FB3CE}" dt="2026-06-29T00:23:23.629" v="46" actId="962"/>
          <ac:spMkLst>
            <pc:docMk/>
            <pc:sldMk cId="0" sldId="260"/>
            <ac:spMk id="29" creationId="{00000000-0000-0000-0000-000000000000}"/>
          </ac:spMkLst>
        </pc:spChg>
        <pc:spChg chg="mod">
          <ac:chgData name="하율 오" userId="46ce053ad8a9501c" providerId="LiveId" clId="{75ED47A5-FCF4-4240-8D18-F11E284FB3CE}" dt="2026-06-29T00:23:23.633" v="47" actId="962"/>
          <ac:spMkLst>
            <pc:docMk/>
            <pc:sldMk cId="0" sldId="260"/>
            <ac:spMk id="31" creationId="{00000000-0000-0000-0000-000000000000}"/>
          </ac:spMkLst>
        </pc:spChg>
        <pc:spChg chg="mod">
          <ac:chgData name="하율 오" userId="46ce053ad8a9501c" providerId="LiveId" clId="{75ED47A5-FCF4-4240-8D18-F11E284FB3CE}" dt="2026-06-29T00:23:23.635" v="48" actId="962"/>
          <ac:spMkLst>
            <pc:docMk/>
            <pc:sldMk cId="0" sldId="260"/>
            <ac:spMk id="33" creationId="{00000000-0000-0000-0000-000000000000}"/>
          </ac:spMkLst>
        </pc:spChg>
        <pc:spChg chg="mod">
          <ac:chgData name="하율 오" userId="46ce053ad8a9501c" providerId="LiveId" clId="{75ED47A5-FCF4-4240-8D18-F11E284FB3CE}" dt="2026-06-29T00:23:23.639" v="49" actId="962"/>
          <ac:spMkLst>
            <pc:docMk/>
            <pc:sldMk cId="0" sldId="260"/>
            <ac:spMk id="35" creationId="{00000000-0000-0000-0000-000000000000}"/>
          </ac:spMkLst>
        </pc:spChg>
        <pc:spChg chg="mod">
          <ac:chgData name="하율 오" userId="46ce053ad8a9501c" providerId="LiveId" clId="{75ED47A5-FCF4-4240-8D18-F11E284FB3CE}" dt="2026-06-29T00:23:23.643" v="50" actId="962"/>
          <ac:spMkLst>
            <pc:docMk/>
            <pc:sldMk cId="0" sldId="260"/>
            <ac:spMk id="37" creationId="{00000000-0000-0000-0000-000000000000}"/>
          </ac:spMkLst>
        </pc:spChg>
        <pc:spChg chg="mod">
          <ac:chgData name="하율 오" userId="46ce053ad8a9501c" providerId="LiveId" clId="{75ED47A5-FCF4-4240-8D18-F11E284FB3CE}" dt="2026-06-29T00:23:23.646" v="51" actId="962"/>
          <ac:spMkLst>
            <pc:docMk/>
            <pc:sldMk cId="0" sldId="260"/>
            <ac:spMk id="39" creationId="{00000000-0000-0000-0000-000000000000}"/>
          </ac:spMkLst>
        </pc:spChg>
        <pc:spChg chg="mod">
          <ac:chgData name="하율 오" userId="46ce053ad8a9501c" providerId="LiveId" clId="{75ED47A5-FCF4-4240-8D18-F11E284FB3CE}" dt="2026-06-29T00:23:23.649" v="52" actId="962"/>
          <ac:spMkLst>
            <pc:docMk/>
            <pc:sldMk cId="0" sldId="260"/>
            <ac:spMk id="41" creationId="{00000000-0000-0000-0000-000000000000}"/>
          </ac:spMkLst>
        </pc:spChg>
        <pc:spChg chg="mod">
          <ac:chgData name="하율 오" userId="46ce053ad8a9501c" providerId="LiveId" clId="{75ED47A5-FCF4-4240-8D18-F11E284FB3CE}" dt="2026-06-29T00:23:23.651" v="53" actId="962"/>
          <ac:spMkLst>
            <pc:docMk/>
            <pc:sldMk cId="0" sldId="260"/>
            <ac:spMk id="43" creationId="{00000000-0000-0000-0000-000000000000}"/>
          </ac:spMkLst>
        </pc:spChg>
        <pc:spChg chg="mod">
          <ac:chgData name="하율 오" userId="46ce053ad8a9501c" providerId="LiveId" clId="{75ED47A5-FCF4-4240-8D18-F11E284FB3CE}" dt="2026-06-29T00:23:23.655" v="54" actId="962"/>
          <ac:spMkLst>
            <pc:docMk/>
            <pc:sldMk cId="0" sldId="260"/>
            <ac:spMk id="45" creationId="{00000000-0000-0000-0000-000000000000}"/>
          </ac:spMkLst>
        </pc:spChg>
        <pc:spChg chg="mod">
          <ac:chgData name="하율 오" userId="46ce053ad8a9501c" providerId="LiveId" clId="{75ED47A5-FCF4-4240-8D18-F11E284FB3CE}" dt="2026-06-29T00:23:23.657" v="55" actId="962"/>
          <ac:spMkLst>
            <pc:docMk/>
            <pc:sldMk cId="0" sldId="260"/>
            <ac:spMk id="47" creationId="{00000000-0000-0000-0000-000000000000}"/>
          </ac:spMkLst>
        </pc:spChg>
        <pc:spChg chg="mod">
          <ac:chgData name="하율 오" userId="46ce053ad8a9501c" providerId="LiveId" clId="{75ED47A5-FCF4-4240-8D18-F11E284FB3CE}" dt="2026-06-29T00:23:23.661" v="56" actId="962"/>
          <ac:spMkLst>
            <pc:docMk/>
            <pc:sldMk cId="0" sldId="260"/>
            <ac:spMk id="49" creationId="{00000000-0000-0000-0000-000000000000}"/>
          </ac:spMkLst>
        </pc:spChg>
        <pc:spChg chg="mod">
          <ac:chgData name="하율 오" userId="46ce053ad8a9501c" providerId="LiveId" clId="{75ED47A5-FCF4-4240-8D18-F11E284FB3CE}" dt="2026-06-29T00:23:23.665" v="57" actId="962"/>
          <ac:spMkLst>
            <pc:docMk/>
            <pc:sldMk cId="0" sldId="260"/>
            <ac:spMk id="51" creationId="{00000000-0000-0000-0000-000000000000}"/>
          </ac:spMkLst>
        </pc:spChg>
        <pc:spChg chg="mod">
          <ac:chgData name="하율 오" userId="46ce053ad8a9501c" providerId="LiveId" clId="{75ED47A5-FCF4-4240-8D18-F11E284FB3CE}" dt="2026-06-29T00:23:23.668" v="58" actId="962"/>
          <ac:spMkLst>
            <pc:docMk/>
            <pc:sldMk cId="0" sldId="260"/>
            <ac:spMk id="53" creationId="{00000000-0000-0000-0000-000000000000}"/>
          </ac:spMkLst>
        </pc:spChg>
        <pc:spChg chg="mod">
          <ac:chgData name="하율 오" userId="46ce053ad8a9501c" providerId="LiveId" clId="{75ED47A5-FCF4-4240-8D18-F11E284FB3CE}" dt="2026-06-29T00:23:23.671" v="59" actId="962"/>
          <ac:spMkLst>
            <pc:docMk/>
            <pc:sldMk cId="0" sldId="260"/>
            <ac:spMk id="55" creationId="{00000000-0000-0000-0000-000000000000}"/>
          </ac:spMkLst>
        </pc:spChg>
        <pc:spChg chg="mod">
          <ac:chgData name="하율 오" userId="46ce053ad8a9501c" providerId="LiveId" clId="{75ED47A5-FCF4-4240-8D18-F11E284FB3CE}" dt="2026-06-29T00:23:23.675" v="60" actId="962"/>
          <ac:spMkLst>
            <pc:docMk/>
            <pc:sldMk cId="0" sldId="260"/>
            <ac:spMk id="57" creationId="{00000000-0000-0000-0000-000000000000}"/>
          </ac:spMkLst>
        </pc:spChg>
      </pc:sldChg>
      <pc:sldChg chg="modSp mod">
        <pc:chgData name="하율 오" userId="46ce053ad8a9501c" providerId="LiveId" clId="{75ED47A5-FCF4-4240-8D18-F11E284FB3CE}" dt="2026-06-29T00:23:23.687" v="62" actId="962"/>
        <pc:sldMkLst>
          <pc:docMk/>
          <pc:sldMk cId="0" sldId="261"/>
        </pc:sldMkLst>
        <pc:spChg chg="mod">
          <ac:chgData name="하율 오" userId="46ce053ad8a9501c" providerId="LiveId" clId="{75ED47A5-FCF4-4240-8D18-F11E284FB3CE}" dt="2026-06-29T00:23:23.683" v="61" actId="962"/>
          <ac:spMkLst>
            <pc:docMk/>
            <pc:sldMk cId="0" sldId="261"/>
            <ac:spMk id="6" creationId="{00000000-0000-0000-0000-000000000000}"/>
          </ac:spMkLst>
        </pc:spChg>
        <pc:spChg chg="mod">
          <ac:chgData name="하율 오" userId="46ce053ad8a9501c" providerId="LiveId" clId="{75ED47A5-FCF4-4240-8D18-F11E284FB3CE}" dt="2026-06-29T00:23:23.687" v="62" actId="962"/>
          <ac:spMkLst>
            <pc:docMk/>
            <pc:sldMk cId="0" sldId="261"/>
            <ac:spMk id="7" creationId="{00000000-0000-0000-0000-000000000000}"/>
          </ac:spMkLst>
        </pc:spChg>
      </pc:sldChg>
      <pc:sldChg chg="modSp mod">
        <pc:chgData name="하율 오" userId="46ce053ad8a9501c" providerId="LiveId" clId="{75ED47A5-FCF4-4240-8D18-F11E284FB3CE}" dt="2026-06-29T00:23:23.696" v="64" actId="962"/>
        <pc:sldMkLst>
          <pc:docMk/>
          <pc:sldMk cId="0" sldId="262"/>
        </pc:sldMkLst>
        <pc:spChg chg="mod">
          <ac:chgData name="하율 오" userId="46ce053ad8a9501c" providerId="LiveId" clId="{75ED47A5-FCF4-4240-8D18-F11E284FB3CE}" dt="2026-06-29T00:23:23.693" v="63" actId="962"/>
          <ac:spMkLst>
            <pc:docMk/>
            <pc:sldMk cId="0" sldId="262"/>
            <ac:spMk id="3" creationId="{00000000-0000-0000-0000-000000000000}"/>
          </ac:spMkLst>
        </pc:spChg>
        <pc:spChg chg="mod">
          <ac:chgData name="하율 오" userId="46ce053ad8a9501c" providerId="LiveId" clId="{75ED47A5-FCF4-4240-8D18-F11E284FB3CE}" dt="2026-06-29T00:23:23.696" v="64" actId="962"/>
          <ac:spMkLst>
            <pc:docMk/>
            <pc:sldMk cId="0" sldId="262"/>
            <ac:spMk id="6" creationId="{00000000-0000-0000-0000-000000000000}"/>
          </ac:spMkLst>
        </pc:spChg>
      </pc:sldChg>
      <pc:sldChg chg="modSp mod">
        <pc:chgData name="하율 오" userId="46ce053ad8a9501c" providerId="LiveId" clId="{75ED47A5-FCF4-4240-8D18-F11E284FB3CE}" dt="2026-06-29T00:23:23.710" v="66" actId="962"/>
        <pc:sldMkLst>
          <pc:docMk/>
          <pc:sldMk cId="0" sldId="263"/>
        </pc:sldMkLst>
        <pc:spChg chg="mod">
          <ac:chgData name="하율 오" userId="46ce053ad8a9501c" providerId="LiveId" clId="{75ED47A5-FCF4-4240-8D18-F11E284FB3CE}" dt="2026-06-29T00:23:23.707" v="65" actId="962"/>
          <ac:spMkLst>
            <pc:docMk/>
            <pc:sldMk cId="0" sldId="263"/>
            <ac:spMk id="3" creationId="{00000000-0000-0000-0000-000000000000}"/>
          </ac:spMkLst>
        </pc:spChg>
        <pc:spChg chg="mod">
          <ac:chgData name="하율 오" userId="46ce053ad8a9501c" providerId="LiveId" clId="{75ED47A5-FCF4-4240-8D18-F11E284FB3CE}" dt="2026-06-29T00:23:23.710" v="66" actId="962"/>
          <ac:spMkLst>
            <pc:docMk/>
            <pc:sldMk cId="0" sldId="263"/>
            <ac:spMk id="6" creationId="{00000000-0000-0000-0000-000000000000}"/>
          </ac:spMkLst>
        </pc:spChg>
      </pc:sldChg>
      <pc:sldChg chg="modSp mod">
        <pc:chgData name="하율 오" userId="46ce053ad8a9501c" providerId="LiveId" clId="{75ED47A5-FCF4-4240-8D18-F11E284FB3CE}" dt="2026-06-29T00:23:23.730" v="69" actId="962"/>
        <pc:sldMkLst>
          <pc:docMk/>
          <pc:sldMk cId="0" sldId="264"/>
        </pc:sldMkLst>
        <pc:spChg chg="mod">
          <ac:chgData name="하율 오" userId="46ce053ad8a9501c" providerId="LiveId" clId="{75ED47A5-FCF4-4240-8D18-F11E284FB3CE}" dt="2026-06-29T00:23:23.717" v="67" actId="962"/>
          <ac:spMkLst>
            <pc:docMk/>
            <pc:sldMk cId="0" sldId="264"/>
            <ac:spMk id="2" creationId="{00000000-0000-0000-0000-000000000000}"/>
          </ac:spMkLst>
        </pc:spChg>
        <pc:spChg chg="mod">
          <ac:chgData name="하율 오" userId="46ce053ad8a9501c" providerId="LiveId" clId="{75ED47A5-FCF4-4240-8D18-F11E284FB3CE}" dt="2026-06-29T00:23:23.727" v="68" actId="962"/>
          <ac:spMkLst>
            <pc:docMk/>
            <pc:sldMk cId="0" sldId="264"/>
            <ac:spMk id="5" creationId="{00000000-0000-0000-0000-000000000000}"/>
          </ac:spMkLst>
        </pc:spChg>
        <pc:spChg chg="mod">
          <ac:chgData name="하율 오" userId="46ce053ad8a9501c" providerId="LiveId" clId="{75ED47A5-FCF4-4240-8D18-F11E284FB3CE}" dt="2026-06-29T00:23:23.730" v="69" actId="962"/>
          <ac:spMkLst>
            <pc:docMk/>
            <pc:sldMk cId="0" sldId="264"/>
            <ac:spMk id="7" creationId="{00000000-0000-0000-0000-000000000000}"/>
          </ac:spMkLst>
        </pc:spChg>
      </pc:sldChg>
      <pc:sldChg chg="modSp mod">
        <pc:chgData name="하율 오" userId="46ce053ad8a9501c" providerId="LiveId" clId="{75ED47A5-FCF4-4240-8D18-F11E284FB3CE}" dt="2026-06-29T00:23:23.755" v="73" actId="962"/>
        <pc:sldMkLst>
          <pc:docMk/>
          <pc:sldMk cId="0" sldId="265"/>
        </pc:sldMkLst>
        <pc:spChg chg="mod">
          <ac:chgData name="하율 오" userId="46ce053ad8a9501c" providerId="LiveId" clId="{75ED47A5-FCF4-4240-8D18-F11E284FB3CE}" dt="2026-06-29T00:23:23.752" v="72" actId="962"/>
          <ac:spMkLst>
            <pc:docMk/>
            <pc:sldMk cId="0" sldId="265"/>
            <ac:spMk id="2" creationId="{00000000-0000-0000-0000-000000000000}"/>
          </ac:spMkLst>
        </pc:spChg>
        <pc:spChg chg="mod">
          <ac:chgData name="하율 오" userId="46ce053ad8a9501c" providerId="LiveId" clId="{75ED47A5-FCF4-4240-8D18-F11E284FB3CE}" dt="2026-06-29T00:23:23.755" v="73" actId="962"/>
          <ac:spMkLst>
            <pc:docMk/>
            <pc:sldMk cId="0" sldId="265"/>
            <ac:spMk id="5" creationId="{00000000-0000-0000-0000-000000000000}"/>
          </ac:spMkLst>
        </pc:spChg>
      </pc:sldChg>
      <pc:sldChg chg="modSp mod">
        <pc:chgData name="하율 오" userId="46ce053ad8a9501c" providerId="LiveId" clId="{75ED47A5-FCF4-4240-8D18-F11E284FB3CE}" dt="2026-06-29T00:23:23.745" v="71" actId="962"/>
        <pc:sldMkLst>
          <pc:docMk/>
          <pc:sldMk cId="0" sldId="266"/>
        </pc:sldMkLst>
        <pc:spChg chg="mod">
          <ac:chgData name="하율 오" userId="46ce053ad8a9501c" providerId="LiveId" clId="{75ED47A5-FCF4-4240-8D18-F11E284FB3CE}" dt="2026-06-29T00:23:23.742" v="70" actId="962"/>
          <ac:spMkLst>
            <pc:docMk/>
            <pc:sldMk cId="0" sldId="266"/>
            <ac:spMk id="2" creationId="{00000000-0000-0000-0000-000000000000}"/>
          </ac:spMkLst>
        </pc:spChg>
        <pc:spChg chg="mod">
          <ac:chgData name="하율 오" userId="46ce053ad8a9501c" providerId="LiveId" clId="{75ED47A5-FCF4-4240-8D18-F11E284FB3CE}" dt="2026-06-29T00:23:23.745" v="71" actId="962"/>
          <ac:spMkLst>
            <pc:docMk/>
            <pc:sldMk cId="0" sldId="266"/>
            <ac:spMk id="5" creationId="{00000000-0000-0000-0000-000000000000}"/>
          </ac:spMkLst>
        </pc:spChg>
      </pc:sldChg>
      <pc:sldChg chg="modSp mod">
        <pc:chgData name="하율 오" userId="46ce053ad8a9501c" providerId="LiveId" clId="{75ED47A5-FCF4-4240-8D18-F11E284FB3CE}" dt="2026-06-29T00:23:23.770" v="75" actId="962"/>
        <pc:sldMkLst>
          <pc:docMk/>
          <pc:sldMk cId="0" sldId="267"/>
        </pc:sldMkLst>
        <pc:spChg chg="mod">
          <ac:chgData name="하율 오" userId="46ce053ad8a9501c" providerId="LiveId" clId="{75ED47A5-FCF4-4240-8D18-F11E284FB3CE}" dt="2026-06-29T00:23:23.766" v="74" actId="962"/>
          <ac:spMkLst>
            <pc:docMk/>
            <pc:sldMk cId="0" sldId="267"/>
            <ac:spMk id="2" creationId="{00000000-0000-0000-0000-000000000000}"/>
          </ac:spMkLst>
        </pc:spChg>
        <pc:spChg chg="mod">
          <ac:chgData name="하율 오" userId="46ce053ad8a9501c" providerId="LiveId" clId="{75ED47A5-FCF4-4240-8D18-F11E284FB3CE}" dt="2026-06-29T00:23:23.770" v="75" actId="962"/>
          <ac:spMkLst>
            <pc:docMk/>
            <pc:sldMk cId="0" sldId="267"/>
            <ac:spMk id="5" creationId="{00000000-0000-0000-0000-000000000000}"/>
          </ac:spMkLst>
        </pc:spChg>
      </pc:sldChg>
      <pc:sldChg chg="modSp mod">
        <pc:chgData name="하율 오" userId="46ce053ad8a9501c" providerId="LiveId" clId="{75ED47A5-FCF4-4240-8D18-F11E284FB3CE}" dt="2026-06-29T00:23:23.779" v="77" actId="962"/>
        <pc:sldMkLst>
          <pc:docMk/>
          <pc:sldMk cId="0" sldId="268"/>
        </pc:sldMkLst>
        <pc:spChg chg="mod">
          <ac:chgData name="하율 오" userId="46ce053ad8a9501c" providerId="LiveId" clId="{75ED47A5-FCF4-4240-8D18-F11E284FB3CE}" dt="2026-06-29T00:23:23.775" v="76" actId="962"/>
          <ac:spMkLst>
            <pc:docMk/>
            <pc:sldMk cId="0" sldId="268"/>
            <ac:spMk id="2" creationId="{00000000-0000-0000-0000-000000000000}"/>
          </ac:spMkLst>
        </pc:spChg>
        <pc:spChg chg="mod">
          <ac:chgData name="하율 오" userId="46ce053ad8a9501c" providerId="LiveId" clId="{75ED47A5-FCF4-4240-8D18-F11E284FB3CE}" dt="2026-06-29T00:23:23.779" v="77" actId="962"/>
          <ac:spMkLst>
            <pc:docMk/>
            <pc:sldMk cId="0" sldId="268"/>
            <ac:spMk id="5" creationId="{00000000-0000-0000-0000-000000000000}"/>
          </ac:spMkLst>
        </pc:spChg>
      </pc:sldChg>
      <pc:sldChg chg="modSp mod">
        <pc:chgData name="하율 오" userId="46ce053ad8a9501c" providerId="LiveId" clId="{75ED47A5-FCF4-4240-8D18-F11E284FB3CE}" dt="2026-06-29T00:23:23.792" v="79" actId="962"/>
        <pc:sldMkLst>
          <pc:docMk/>
          <pc:sldMk cId="0" sldId="269"/>
        </pc:sldMkLst>
        <pc:spChg chg="mod">
          <ac:chgData name="하율 오" userId="46ce053ad8a9501c" providerId="LiveId" clId="{75ED47A5-FCF4-4240-8D18-F11E284FB3CE}" dt="2026-06-29T00:23:23.789" v="78" actId="962"/>
          <ac:spMkLst>
            <pc:docMk/>
            <pc:sldMk cId="0" sldId="269"/>
            <ac:spMk id="6" creationId="{00000000-0000-0000-0000-000000000000}"/>
          </ac:spMkLst>
        </pc:spChg>
        <pc:spChg chg="mod">
          <ac:chgData name="하율 오" userId="46ce053ad8a9501c" providerId="LiveId" clId="{75ED47A5-FCF4-4240-8D18-F11E284FB3CE}" dt="2026-06-29T00:23:23.792" v="79" actId="962"/>
          <ac:spMkLst>
            <pc:docMk/>
            <pc:sldMk cId="0" sldId="269"/>
            <ac:spMk id="7" creationId="{00000000-0000-0000-0000-000000000000}"/>
          </ac:spMkLst>
        </pc:spChg>
      </pc:sldChg>
      <pc:sldChg chg="modSp mod">
        <pc:chgData name="하율 오" userId="46ce053ad8a9501c" providerId="LiveId" clId="{75ED47A5-FCF4-4240-8D18-F11E284FB3CE}" dt="2026-06-29T00:23:23.873" v="99" actId="962"/>
        <pc:sldMkLst>
          <pc:docMk/>
          <pc:sldMk cId="0" sldId="270"/>
        </pc:sldMkLst>
        <pc:spChg chg="mod">
          <ac:chgData name="하율 오" userId="46ce053ad8a9501c" providerId="LiveId" clId="{75ED47A5-FCF4-4240-8D18-F11E284FB3CE}" dt="2026-06-29T00:23:23.815" v="81" actId="962"/>
          <ac:spMkLst>
            <pc:docMk/>
            <pc:sldMk cId="0" sldId="270"/>
            <ac:spMk id="2" creationId="{00000000-0000-0000-0000-000000000000}"/>
          </ac:spMkLst>
        </pc:spChg>
        <pc:spChg chg="mod">
          <ac:chgData name="하율 오" userId="46ce053ad8a9501c" providerId="LiveId" clId="{75ED47A5-FCF4-4240-8D18-F11E284FB3CE}" dt="2026-06-29T00:23:23.818" v="82" actId="962"/>
          <ac:spMkLst>
            <pc:docMk/>
            <pc:sldMk cId="0" sldId="270"/>
            <ac:spMk id="5" creationId="{00000000-0000-0000-0000-000000000000}"/>
          </ac:spMkLst>
        </pc:spChg>
        <pc:spChg chg="mod ord">
          <ac:chgData name="하율 오" userId="46ce053ad8a9501c" providerId="LiveId" clId="{75ED47A5-FCF4-4240-8D18-F11E284FB3CE}" dt="2026-06-29T00:23:23.811" v="80" actId="962"/>
          <ac:spMkLst>
            <pc:docMk/>
            <pc:sldMk cId="0" sldId="270"/>
            <ac:spMk id="7" creationId="{00000000-0000-0000-0000-000000000000}"/>
          </ac:spMkLst>
        </pc:spChg>
        <pc:spChg chg="ord">
          <ac:chgData name="하율 오" userId="46ce053ad8a9501c" providerId="LiveId" clId="{75ED47A5-FCF4-4240-8D18-F11E284FB3CE}" dt="2026-06-29T00:20:14.982" v="3" actId="171"/>
          <ac:spMkLst>
            <pc:docMk/>
            <pc:sldMk cId="0" sldId="270"/>
            <ac:spMk id="8" creationId="{00000000-0000-0000-0000-000000000000}"/>
          </ac:spMkLst>
        </pc:spChg>
        <pc:spChg chg="mod">
          <ac:chgData name="하율 오" userId="46ce053ad8a9501c" providerId="LiveId" clId="{75ED47A5-FCF4-4240-8D18-F11E284FB3CE}" dt="2026-06-29T00:23:23.821" v="83" actId="962"/>
          <ac:spMkLst>
            <pc:docMk/>
            <pc:sldMk cId="0" sldId="270"/>
            <ac:spMk id="9" creationId="{00000000-0000-0000-0000-000000000000}"/>
          </ac:spMkLst>
        </pc:spChg>
        <pc:spChg chg="mod">
          <ac:chgData name="하율 오" userId="46ce053ad8a9501c" providerId="LiveId" clId="{75ED47A5-FCF4-4240-8D18-F11E284FB3CE}" dt="2026-06-29T00:23:23.823" v="84" actId="962"/>
          <ac:spMkLst>
            <pc:docMk/>
            <pc:sldMk cId="0" sldId="270"/>
            <ac:spMk id="11" creationId="{00000000-0000-0000-0000-000000000000}"/>
          </ac:spMkLst>
        </pc:spChg>
        <pc:spChg chg="mod">
          <ac:chgData name="하율 오" userId="46ce053ad8a9501c" providerId="LiveId" clId="{75ED47A5-FCF4-4240-8D18-F11E284FB3CE}" dt="2026-06-29T00:23:23.828" v="85" actId="962"/>
          <ac:spMkLst>
            <pc:docMk/>
            <pc:sldMk cId="0" sldId="270"/>
            <ac:spMk id="13" creationId="{00000000-0000-0000-0000-000000000000}"/>
          </ac:spMkLst>
        </pc:spChg>
        <pc:spChg chg="mod">
          <ac:chgData name="하율 오" userId="46ce053ad8a9501c" providerId="LiveId" clId="{75ED47A5-FCF4-4240-8D18-F11E284FB3CE}" dt="2026-06-29T00:23:23.831" v="86" actId="962"/>
          <ac:spMkLst>
            <pc:docMk/>
            <pc:sldMk cId="0" sldId="270"/>
            <ac:spMk id="14" creationId="{00000000-0000-0000-0000-000000000000}"/>
          </ac:spMkLst>
        </pc:spChg>
        <pc:spChg chg="mod">
          <ac:chgData name="하율 오" userId="46ce053ad8a9501c" providerId="LiveId" clId="{75ED47A5-FCF4-4240-8D18-F11E284FB3CE}" dt="2026-06-29T00:23:23.836" v="87" actId="962"/>
          <ac:spMkLst>
            <pc:docMk/>
            <pc:sldMk cId="0" sldId="270"/>
            <ac:spMk id="15" creationId="{00000000-0000-0000-0000-000000000000}"/>
          </ac:spMkLst>
        </pc:spChg>
        <pc:spChg chg="mod">
          <ac:chgData name="하율 오" userId="46ce053ad8a9501c" providerId="LiveId" clId="{75ED47A5-FCF4-4240-8D18-F11E284FB3CE}" dt="2026-06-29T00:23:23.839" v="88" actId="962"/>
          <ac:spMkLst>
            <pc:docMk/>
            <pc:sldMk cId="0" sldId="270"/>
            <ac:spMk id="16" creationId="{00000000-0000-0000-0000-000000000000}"/>
          </ac:spMkLst>
        </pc:spChg>
        <pc:spChg chg="mod">
          <ac:chgData name="하율 오" userId="46ce053ad8a9501c" providerId="LiveId" clId="{75ED47A5-FCF4-4240-8D18-F11E284FB3CE}" dt="2026-06-29T00:23:23.843" v="89" actId="962"/>
          <ac:spMkLst>
            <pc:docMk/>
            <pc:sldMk cId="0" sldId="270"/>
            <ac:spMk id="17" creationId="{00000000-0000-0000-0000-000000000000}"/>
          </ac:spMkLst>
        </pc:spChg>
        <pc:spChg chg="mod">
          <ac:chgData name="하율 오" userId="46ce053ad8a9501c" providerId="LiveId" clId="{75ED47A5-FCF4-4240-8D18-F11E284FB3CE}" dt="2026-06-29T00:23:23.845" v="90" actId="962"/>
          <ac:spMkLst>
            <pc:docMk/>
            <pc:sldMk cId="0" sldId="270"/>
            <ac:spMk id="21" creationId="{00000000-0000-0000-0000-000000000000}"/>
          </ac:spMkLst>
        </pc:spChg>
        <pc:spChg chg="mod">
          <ac:chgData name="하율 오" userId="46ce053ad8a9501c" providerId="LiveId" clId="{75ED47A5-FCF4-4240-8D18-F11E284FB3CE}" dt="2026-06-29T00:23:23.848" v="91" actId="962"/>
          <ac:spMkLst>
            <pc:docMk/>
            <pc:sldMk cId="0" sldId="270"/>
            <ac:spMk id="22" creationId="{00000000-0000-0000-0000-000000000000}"/>
          </ac:spMkLst>
        </pc:spChg>
        <pc:spChg chg="mod">
          <ac:chgData name="하율 오" userId="46ce053ad8a9501c" providerId="LiveId" clId="{75ED47A5-FCF4-4240-8D18-F11E284FB3CE}" dt="2026-06-29T00:23:23.851" v="92" actId="962"/>
          <ac:spMkLst>
            <pc:docMk/>
            <pc:sldMk cId="0" sldId="270"/>
            <ac:spMk id="23" creationId="{00000000-0000-0000-0000-000000000000}"/>
          </ac:spMkLst>
        </pc:spChg>
        <pc:spChg chg="mod">
          <ac:chgData name="하율 오" userId="46ce053ad8a9501c" providerId="LiveId" clId="{75ED47A5-FCF4-4240-8D18-F11E284FB3CE}" dt="2026-06-29T00:23:23.854" v="93" actId="962"/>
          <ac:spMkLst>
            <pc:docMk/>
            <pc:sldMk cId="0" sldId="270"/>
            <ac:spMk id="24" creationId="{00000000-0000-0000-0000-000000000000}"/>
          </ac:spMkLst>
        </pc:spChg>
        <pc:spChg chg="mod">
          <ac:chgData name="하율 오" userId="46ce053ad8a9501c" providerId="LiveId" clId="{75ED47A5-FCF4-4240-8D18-F11E284FB3CE}" dt="2026-06-29T00:23:23.857" v="94" actId="962"/>
          <ac:spMkLst>
            <pc:docMk/>
            <pc:sldMk cId="0" sldId="270"/>
            <ac:spMk id="25" creationId="{00000000-0000-0000-0000-000000000000}"/>
          </ac:spMkLst>
        </pc:spChg>
        <pc:spChg chg="mod">
          <ac:chgData name="하율 오" userId="46ce053ad8a9501c" providerId="LiveId" clId="{75ED47A5-FCF4-4240-8D18-F11E284FB3CE}" dt="2026-06-29T00:23:23.860" v="95" actId="962"/>
          <ac:spMkLst>
            <pc:docMk/>
            <pc:sldMk cId="0" sldId="270"/>
            <ac:spMk id="29" creationId="{00000000-0000-0000-0000-000000000000}"/>
          </ac:spMkLst>
        </pc:spChg>
        <pc:spChg chg="mod">
          <ac:chgData name="하율 오" userId="46ce053ad8a9501c" providerId="LiveId" clId="{75ED47A5-FCF4-4240-8D18-F11E284FB3CE}" dt="2026-06-29T00:23:23.863" v="96" actId="962"/>
          <ac:spMkLst>
            <pc:docMk/>
            <pc:sldMk cId="0" sldId="270"/>
            <ac:spMk id="30" creationId="{00000000-0000-0000-0000-000000000000}"/>
          </ac:spMkLst>
        </pc:spChg>
        <pc:spChg chg="mod">
          <ac:chgData name="하율 오" userId="46ce053ad8a9501c" providerId="LiveId" clId="{75ED47A5-FCF4-4240-8D18-F11E284FB3CE}" dt="2026-06-29T00:23:23.866" v="97" actId="962"/>
          <ac:spMkLst>
            <pc:docMk/>
            <pc:sldMk cId="0" sldId="270"/>
            <ac:spMk id="31" creationId="{00000000-0000-0000-0000-000000000000}"/>
          </ac:spMkLst>
        </pc:spChg>
        <pc:spChg chg="mod">
          <ac:chgData name="하율 오" userId="46ce053ad8a9501c" providerId="LiveId" clId="{75ED47A5-FCF4-4240-8D18-F11E284FB3CE}" dt="2026-06-29T00:23:23.870" v="98" actId="962"/>
          <ac:spMkLst>
            <pc:docMk/>
            <pc:sldMk cId="0" sldId="270"/>
            <ac:spMk id="32" creationId="{00000000-0000-0000-0000-000000000000}"/>
          </ac:spMkLst>
        </pc:spChg>
        <pc:spChg chg="mod">
          <ac:chgData name="하율 오" userId="46ce053ad8a9501c" providerId="LiveId" clId="{75ED47A5-FCF4-4240-8D18-F11E284FB3CE}" dt="2026-06-29T00:23:23.873" v="99" actId="962"/>
          <ac:spMkLst>
            <pc:docMk/>
            <pc:sldMk cId="0" sldId="270"/>
            <ac:spMk id="33" creationId="{00000000-0000-0000-0000-000000000000}"/>
          </ac:spMkLst>
        </pc:spChg>
      </pc:sldChg>
      <pc:sldChg chg="modSp mod">
        <pc:chgData name="하율 오" userId="46ce053ad8a9501c" providerId="LiveId" clId="{75ED47A5-FCF4-4240-8D18-F11E284FB3CE}" dt="2026-06-29T00:23:23.911" v="106" actId="962"/>
        <pc:sldMkLst>
          <pc:docMk/>
          <pc:sldMk cId="0" sldId="271"/>
        </pc:sldMkLst>
        <pc:spChg chg="mod">
          <ac:chgData name="하율 오" userId="46ce053ad8a9501c" providerId="LiveId" clId="{75ED47A5-FCF4-4240-8D18-F11E284FB3CE}" dt="2026-06-29T00:23:23.891" v="100" actId="962"/>
          <ac:spMkLst>
            <pc:docMk/>
            <pc:sldMk cId="0" sldId="271"/>
            <ac:spMk id="2" creationId="{00000000-0000-0000-0000-000000000000}"/>
          </ac:spMkLst>
        </pc:spChg>
        <pc:spChg chg="mod">
          <ac:chgData name="하율 오" userId="46ce053ad8a9501c" providerId="LiveId" clId="{75ED47A5-FCF4-4240-8D18-F11E284FB3CE}" dt="2026-06-29T00:23:23.894" v="101" actId="962"/>
          <ac:spMkLst>
            <pc:docMk/>
            <pc:sldMk cId="0" sldId="271"/>
            <ac:spMk id="5" creationId="{00000000-0000-0000-0000-000000000000}"/>
          </ac:spMkLst>
        </pc:spChg>
        <pc:spChg chg="mod">
          <ac:chgData name="하율 오" userId="46ce053ad8a9501c" providerId="LiveId" clId="{75ED47A5-FCF4-4240-8D18-F11E284FB3CE}" dt="2026-06-29T00:23:23.898" v="102" actId="962"/>
          <ac:spMkLst>
            <pc:docMk/>
            <pc:sldMk cId="0" sldId="271"/>
            <ac:spMk id="9" creationId="{00000000-0000-0000-0000-000000000000}"/>
          </ac:spMkLst>
        </pc:spChg>
        <pc:spChg chg="mod">
          <ac:chgData name="하율 오" userId="46ce053ad8a9501c" providerId="LiveId" clId="{75ED47A5-FCF4-4240-8D18-F11E284FB3CE}" dt="2026-06-29T00:23:23.901" v="103" actId="962"/>
          <ac:spMkLst>
            <pc:docMk/>
            <pc:sldMk cId="0" sldId="271"/>
            <ac:spMk id="13" creationId="{00000000-0000-0000-0000-000000000000}"/>
          </ac:spMkLst>
        </pc:spChg>
        <pc:spChg chg="mod">
          <ac:chgData name="하율 오" userId="46ce053ad8a9501c" providerId="LiveId" clId="{75ED47A5-FCF4-4240-8D18-F11E284FB3CE}" dt="2026-06-29T00:23:23.904" v="104" actId="962"/>
          <ac:spMkLst>
            <pc:docMk/>
            <pc:sldMk cId="0" sldId="271"/>
            <ac:spMk id="17" creationId="{00000000-0000-0000-0000-000000000000}"/>
          </ac:spMkLst>
        </pc:spChg>
        <pc:spChg chg="mod">
          <ac:chgData name="하율 오" userId="46ce053ad8a9501c" providerId="LiveId" clId="{75ED47A5-FCF4-4240-8D18-F11E284FB3CE}" dt="2026-06-29T00:23:23.907" v="105" actId="962"/>
          <ac:spMkLst>
            <pc:docMk/>
            <pc:sldMk cId="0" sldId="271"/>
            <ac:spMk id="21" creationId="{00000000-0000-0000-0000-000000000000}"/>
          </ac:spMkLst>
        </pc:spChg>
        <pc:spChg chg="mod">
          <ac:chgData name="하율 오" userId="46ce053ad8a9501c" providerId="LiveId" clId="{75ED47A5-FCF4-4240-8D18-F11E284FB3CE}" dt="2026-06-29T00:23:23.911" v="106" actId="962"/>
          <ac:spMkLst>
            <pc:docMk/>
            <pc:sldMk cId="0" sldId="271"/>
            <ac:spMk id="23" creationId="{00000000-0000-0000-0000-000000000000}"/>
          </ac:spMkLst>
        </pc:spChg>
      </pc:sldChg>
      <pc:sldChg chg="modSp mod">
        <pc:chgData name="하율 오" userId="46ce053ad8a9501c" providerId="LiveId" clId="{75ED47A5-FCF4-4240-8D18-F11E284FB3CE}" dt="2026-06-29T00:23:24.006" v="131" actId="962"/>
        <pc:sldMkLst>
          <pc:docMk/>
          <pc:sldMk cId="0" sldId="272"/>
        </pc:sldMkLst>
        <pc:spChg chg="mod">
          <ac:chgData name="하율 오" userId="46ce053ad8a9501c" providerId="LiveId" clId="{75ED47A5-FCF4-4240-8D18-F11E284FB3CE}" dt="2026-06-29T00:23:23.929" v="107" actId="962"/>
          <ac:spMkLst>
            <pc:docMk/>
            <pc:sldMk cId="0" sldId="272"/>
            <ac:spMk id="2" creationId="{00000000-0000-0000-0000-000000000000}"/>
          </ac:spMkLst>
        </pc:spChg>
        <pc:spChg chg="mod">
          <ac:chgData name="하율 오" userId="46ce053ad8a9501c" providerId="LiveId" clId="{75ED47A5-FCF4-4240-8D18-F11E284FB3CE}" dt="2026-06-29T00:23:23.932" v="108" actId="962"/>
          <ac:spMkLst>
            <pc:docMk/>
            <pc:sldMk cId="0" sldId="272"/>
            <ac:spMk id="5" creationId="{00000000-0000-0000-0000-000000000000}"/>
          </ac:spMkLst>
        </pc:spChg>
        <pc:spChg chg="mod">
          <ac:chgData name="하율 오" userId="46ce053ad8a9501c" providerId="LiveId" clId="{75ED47A5-FCF4-4240-8D18-F11E284FB3CE}" dt="2026-06-29T00:23:23.935" v="109" actId="962"/>
          <ac:spMkLst>
            <pc:docMk/>
            <pc:sldMk cId="0" sldId="272"/>
            <ac:spMk id="6" creationId="{00000000-0000-0000-0000-000000000000}"/>
          </ac:spMkLst>
        </pc:spChg>
        <pc:spChg chg="mod">
          <ac:chgData name="하율 오" userId="46ce053ad8a9501c" providerId="LiveId" clId="{75ED47A5-FCF4-4240-8D18-F11E284FB3CE}" dt="2026-06-29T00:23:23.938" v="110" actId="962"/>
          <ac:spMkLst>
            <pc:docMk/>
            <pc:sldMk cId="0" sldId="272"/>
            <ac:spMk id="7" creationId="{00000000-0000-0000-0000-000000000000}"/>
          </ac:spMkLst>
        </pc:spChg>
        <pc:spChg chg="mod">
          <ac:chgData name="하율 오" userId="46ce053ad8a9501c" providerId="LiveId" clId="{75ED47A5-FCF4-4240-8D18-F11E284FB3CE}" dt="2026-06-29T00:23:23.941" v="111" actId="962"/>
          <ac:spMkLst>
            <pc:docMk/>
            <pc:sldMk cId="0" sldId="272"/>
            <ac:spMk id="8" creationId="{00000000-0000-0000-0000-000000000000}"/>
          </ac:spMkLst>
        </pc:spChg>
        <pc:spChg chg="mod">
          <ac:chgData name="하율 오" userId="46ce053ad8a9501c" providerId="LiveId" clId="{75ED47A5-FCF4-4240-8D18-F11E284FB3CE}" dt="2026-06-29T00:23:23.945" v="112" actId="962"/>
          <ac:spMkLst>
            <pc:docMk/>
            <pc:sldMk cId="0" sldId="272"/>
            <ac:spMk id="9" creationId="{00000000-0000-0000-0000-000000000000}"/>
          </ac:spMkLst>
        </pc:spChg>
        <pc:spChg chg="mod">
          <ac:chgData name="하율 오" userId="46ce053ad8a9501c" providerId="LiveId" clId="{75ED47A5-FCF4-4240-8D18-F11E284FB3CE}" dt="2026-06-29T00:23:23.947" v="113" actId="962"/>
          <ac:spMkLst>
            <pc:docMk/>
            <pc:sldMk cId="0" sldId="272"/>
            <ac:spMk id="13" creationId="{00000000-0000-0000-0000-000000000000}"/>
          </ac:spMkLst>
        </pc:spChg>
        <pc:spChg chg="mod">
          <ac:chgData name="하율 오" userId="46ce053ad8a9501c" providerId="LiveId" clId="{75ED47A5-FCF4-4240-8D18-F11E284FB3CE}" dt="2026-06-29T00:23:23.951" v="114" actId="962"/>
          <ac:spMkLst>
            <pc:docMk/>
            <pc:sldMk cId="0" sldId="272"/>
            <ac:spMk id="14" creationId="{00000000-0000-0000-0000-000000000000}"/>
          </ac:spMkLst>
        </pc:spChg>
        <pc:spChg chg="mod">
          <ac:chgData name="하율 오" userId="46ce053ad8a9501c" providerId="LiveId" clId="{75ED47A5-FCF4-4240-8D18-F11E284FB3CE}" dt="2026-06-29T00:23:23.954" v="115" actId="962"/>
          <ac:spMkLst>
            <pc:docMk/>
            <pc:sldMk cId="0" sldId="272"/>
            <ac:spMk id="15" creationId="{00000000-0000-0000-0000-000000000000}"/>
          </ac:spMkLst>
        </pc:spChg>
        <pc:spChg chg="mod">
          <ac:chgData name="하율 오" userId="46ce053ad8a9501c" providerId="LiveId" clId="{75ED47A5-FCF4-4240-8D18-F11E284FB3CE}" dt="2026-06-29T00:23:23.957" v="116" actId="962"/>
          <ac:spMkLst>
            <pc:docMk/>
            <pc:sldMk cId="0" sldId="272"/>
            <ac:spMk id="16" creationId="{00000000-0000-0000-0000-000000000000}"/>
          </ac:spMkLst>
        </pc:spChg>
        <pc:spChg chg="mod">
          <ac:chgData name="하율 오" userId="46ce053ad8a9501c" providerId="LiveId" clId="{75ED47A5-FCF4-4240-8D18-F11E284FB3CE}" dt="2026-06-29T00:23:23.960" v="117" actId="962"/>
          <ac:spMkLst>
            <pc:docMk/>
            <pc:sldMk cId="0" sldId="272"/>
            <ac:spMk id="17" creationId="{00000000-0000-0000-0000-000000000000}"/>
          </ac:spMkLst>
        </pc:spChg>
        <pc:spChg chg="mod">
          <ac:chgData name="하율 오" userId="46ce053ad8a9501c" providerId="LiveId" clId="{75ED47A5-FCF4-4240-8D18-F11E284FB3CE}" dt="2026-06-29T00:23:23.963" v="118" actId="962"/>
          <ac:spMkLst>
            <pc:docMk/>
            <pc:sldMk cId="0" sldId="272"/>
            <ac:spMk id="21" creationId="{00000000-0000-0000-0000-000000000000}"/>
          </ac:spMkLst>
        </pc:spChg>
        <pc:spChg chg="mod">
          <ac:chgData name="하율 오" userId="46ce053ad8a9501c" providerId="LiveId" clId="{75ED47A5-FCF4-4240-8D18-F11E284FB3CE}" dt="2026-06-29T00:23:23.966" v="119" actId="962"/>
          <ac:spMkLst>
            <pc:docMk/>
            <pc:sldMk cId="0" sldId="272"/>
            <ac:spMk id="22" creationId="{00000000-0000-0000-0000-000000000000}"/>
          </ac:spMkLst>
        </pc:spChg>
        <pc:spChg chg="mod">
          <ac:chgData name="하율 오" userId="46ce053ad8a9501c" providerId="LiveId" clId="{75ED47A5-FCF4-4240-8D18-F11E284FB3CE}" dt="2026-06-29T00:23:23.969" v="120" actId="962"/>
          <ac:spMkLst>
            <pc:docMk/>
            <pc:sldMk cId="0" sldId="272"/>
            <ac:spMk id="23" creationId="{00000000-0000-0000-0000-000000000000}"/>
          </ac:spMkLst>
        </pc:spChg>
        <pc:spChg chg="mod">
          <ac:chgData name="하율 오" userId="46ce053ad8a9501c" providerId="LiveId" clId="{75ED47A5-FCF4-4240-8D18-F11E284FB3CE}" dt="2026-06-29T00:23:23.972" v="121" actId="962"/>
          <ac:spMkLst>
            <pc:docMk/>
            <pc:sldMk cId="0" sldId="272"/>
            <ac:spMk id="24" creationId="{00000000-0000-0000-0000-000000000000}"/>
          </ac:spMkLst>
        </pc:spChg>
        <pc:spChg chg="mod">
          <ac:chgData name="하율 오" userId="46ce053ad8a9501c" providerId="LiveId" clId="{75ED47A5-FCF4-4240-8D18-F11E284FB3CE}" dt="2026-06-29T00:23:23.975" v="122" actId="962"/>
          <ac:spMkLst>
            <pc:docMk/>
            <pc:sldMk cId="0" sldId="272"/>
            <ac:spMk id="25" creationId="{00000000-0000-0000-0000-000000000000}"/>
          </ac:spMkLst>
        </pc:spChg>
        <pc:spChg chg="mod">
          <ac:chgData name="하율 오" userId="46ce053ad8a9501c" providerId="LiveId" clId="{75ED47A5-FCF4-4240-8D18-F11E284FB3CE}" dt="2026-06-29T00:23:23.977" v="123" actId="962"/>
          <ac:spMkLst>
            <pc:docMk/>
            <pc:sldMk cId="0" sldId="272"/>
            <ac:spMk id="29" creationId="{00000000-0000-0000-0000-000000000000}"/>
          </ac:spMkLst>
        </pc:spChg>
        <pc:spChg chg="mod">
          <ac:chgData name="하율 오" userId="46ce053ad8a9501c" providerId="LiveId" clId="{75ED47A5-FCF4-4240-8D18-F11E284FB3CE}" dt="2026-06-29T00:23:23.982" v="124" actId="962"/>
          <ac:spMkLst>
            <pc:docMk/>
            <pc:sldMk cId="0" sldId="272"/>
            <ac:spMk id="30" creationId="{00000000-0000-0000-0000-000000000000}"/>
          </ac:spMkLst>
        </pc:spChg>
        <pc:spChg chg="mod">
          <ac:chgData name="하율 오" userId="46ce053ad8a9501c" providerId="LiveId" clId="{75ED47A5-FCF4-4240-8D18-F11E284FB3CE}" dt="2026-06-29T00:23:23.986" v="125" actId="962"/>
          <ac:spMkLst>
            <pc:docMk/>
            <pc:sldMk cId="0" sldId="272"/>
            <ac:spMk id="31" creationId="{00000000-0000-0000-0000-000000000000}"/>
          </ac:spMkLst>
        </pc:spChg>
        <pc:spChg chg="mod">
          <ac:chgData name="하율 오" userId="46ce053ad8a9501c" providerId="LiveId" clId="{75ED47A5-FCF4-4240-8D18-F11E284FB3CE}" dt="2026-06-29T00:23:23.988" v="126" actId="962"/>
          <ac:spMkLst>
            <pc:docMk/>
            <pc:sldMk cId="0" sldId="272"/>
            <ac:spMk id="32" creationId="{00000000-0000-0000-0000-000000000000}"/>
          </ac:spMkLst>
        </pc:spChg>
        <pc:spChg chg="mod">
          <ac:chgData name="하율 오" userId="46ce053ad8a9501c" providerId="LiveId" clId="{75ED47A5-FCF4-4240-8D18-F11E284FB3CE}" dt="2026-06-29T00:23:23.991" v="127" actId="962"/>
          <ac:spMkLst>
            <pc:docMk/>
            <pc:sldMk cId="0" sldId="272"/>
            <ac:spMk id="33" creationId="{00000000-0000-0000-0000-000000000000}"/>
          </ac:spMkLst>
        </pc:spChg>
        <pc:spChg chg="mod">
          <ac:chgData name="하율 오" userId="46ce053ad8a9501c" providerId="LiveId" clId="{75ED47A5-FCF4-4240-8D18-F11E284FB3CE}" dt="2026-06-29T00:23:23.996" v="128" actId="962"/>
          <ac:spMkLst>
            <pc:docMk/>
            <pc:sldMk cId="0" sldId="272"/>
            <ac:spMk id="37" creationId="{00000000-0000-0000-0000-000000000000}"/>
          </ac:spMkLst>
        </pc:spChg>
        <pc:spChg chg="mod">
          <ac:chgData name="하율 오" userId="46ce053ad8a9501c" providerId="LiveId" clId="{75ED47A5-FCF4-4240-8D18-F11E284FB3CE}" dt="2026-06-29T00:23:23.999" v="129" actId="962"/>
          <ac:spMkLst>
            <pc:docMk/>
            <pc:sldMk cId="0" sldId="272"/>
            <ac:spMk id="39" creationId="{00000000-0000-0000-0000-000000000000}"/>
          </ac:spMkLst>
        </pc:spChg>
        <pc:spChg chg="mod">
          <ac:chgData name="하율 오" userId="46ce053ad8a9501c" providerId="LiveId" clId="{75ED47A5-FCF4-4240-8D18-F11E284FB3CE}" dt="2026-06-29T00:23:24.003" v="130" actId="962"/>
          <ac:spMkLst>
            <pc:docMk/>
            <pc:sldMk cId="0" sldId="272"/>
            <ac:spMk id="41" creationId="{00000000-0000-0000-0000-000000000000}"/>
          </ac:spMkLst>
        </pc:spChg>
        <pc:spChg chg="mod">
          <ac:chgData name="하율 오" userId="46ce053ad8a9501c" providerId="LiveId" clId="{75ED47A5-FCF4-4240-8D18-F11E284FB3CE}" dt="2026-06-29T00:23:24.006" v="131" actId="962"/>
          <ac:spMkLst>
            <pc:docMk/>
            <pc:sldMk cId="0" sldId="272"/>
            <ac:spMk id="43" creationId="{00000000-0000-0000-0000-000000000000}"/>
          </ac:spMkLst>
        </pc:spChg>
      </pc:sldChg>
      <pc:sldChg chg="modSp mod">
        <pc:chgData name="하율 오" userId="46ce053ad8a9501c" providerId="LiveId" clId="{75ED47A5-FCF4-4240-8D18-F11E284FB3CE}" dt="2026-06-29T00:23:24.105" v="156" actId="962"/>
        <pc:sldMkLst>
          <pc:docMk/>
          <pc:sldMk cId="0" sldId="273"/>
        </pc:sldMkLst>
        <pc:spChg chg="mod">
          <ac:chgData name="하율 오" userId="46ce053ad8a9501c" providerId="LiveId" clId="{75ED47A5-FCF4-4240-8D18-F11E284FB3CE}" dt="2026-06-29T00:23:24.026" v="132" actId="962"/>
          <ac:spMkLst>
            <pc:docMk/>
            <pc:sldMk cId="0" sldId="273"/>
            <ac:spMk id="2" creationId="{00000000-0000-0000-0000-000000000000}"/>
          </ac:spMkLst>
        </pc:spChg>
        <pc:spChg chg="mod">
          <ac:chgData name="하율 오" userId="46ce053ad8a9501c" providerId="LiveId" clId="{75ED47A5-FCF4-4240-8D18-F11E284FB3CE}" dt="2026-06-29T00:23:24.031" v="133" actId="962"/>
          <ac:spMkLst>
            <pc:docMk/>
            <pc:sldMk cId="0" sldId="273"/>
            <ac:spMk id="5" creationId="{00000000-0000-0000-0000-000000000000}"/>
          </ac:spMkLst>
        </pc:spChg>
        <pc:spChg chg="mod">
          <ac:chgData name="하율 오" userId="46ce053ad8a9501c" providerId="LiveId" clId="{75ED47A5-FCF4-4240-8D18-F11E284FB3CE}" dt="2026-06-29T00:23:24.034" v="134" actId="962"/>
          <ac:spMkLst>
            <pc:docMk/>
            <pc:sldMk cId="0" sldId="273"/>
            <ac:spMk id="6" creationId="{00000000-0000-0000-0000-000000000000}"/>
          </ac:spMkLst>
        </pc:spChg>
        <pc:spChg chg="mod">
          <ac:chgData name="하율 오" userId="46ce053ad8a9501c" providerId="LiveId" clId="{75ED47A5-FCF4-4240-8D18-F11E284FB3CE}" dt="2026-06-29T00:23:24.037" v="135" actId="962"/>
          <ac:spMkLst>
            <pc:docMk/>
            <pc:sldMk cId="0" sldId="273"/>
            <ac:spMk id="7" creationId="{00000000-0000-0000-0000-000000000000}"/>
          </ac:spMkLst>
        </pc:spChg>
        <pc:spChg chg="mod">
          <ac:chgData name="하율 오" userId="46ce053ad8a9501c" providerId="LiveId" clId="{75ED47A5-FCF4-4240-8D18-F11E284FB3CE}" dt="2026-06-29T00:23:24.041" v="136" actId="962"/>
          <ac:spMkLst>
            <pc:docMk/>
            <pc:sldMk cId="0" sldId="273"/>
            <ac:spMk id="8" creationId="{00000000-0000-0000-0000-000000000000}"/>
          </ac:spMkLst>
        </pc:spChg>
        <pc:spChg chg="mod">
          <ac:chgData name="하율 오" userId="46ce053ad8a9501c" providerId="LiveId" clId="{75ED47A5-FCF4-4240-8D18-F11E284FB3CE}" dt="2026-06-29T00:23:24.044" v="137" actId="962"/>
          <ac:spMkLst>
            <pc:docMk/>
            <pc:sldMk cId="0" sldId="273"/>
            <ac:spMk id="9" creationId="{00000000-0000-0000-0000-000000000000}"/>
          </ac:spMkLst>
        </pc:spChg>
        <pc:spChg chg="mod">
          <ac:chgData name="하율 오" userId="46ce053ad8a9501c" providerId="LiveId" clId="{75ED47A5-FCF4-4240-8D18-F11E284FB3CE}" dt="2026-06-29T00:23:24.047" v="138" actId="962"/>
          <ac:spMkLst>
            <pc:docMk/>
            <pc:sldMk cId="0" sldId="273"/>
            <ac:spMk id="13" creationId="{00000000-0000-0000-0000-000000000000}"/>
          </ac:spMkLst>
        </pc:spChg>
        <pc:spChg chg="mod">
          <ac:chgData name="하율 오" userId="46ce053ad8a9501c" providerId="LiveId" clId="{75ED47A5-FCF4-4240-8D18-F11E284FB3CE}" dt="2026-06-29T00:23:24.051" v="139" actId="962"/>
          <ac:spMkLst>
            <pc:docMk/>
            <pc:sldMk cId="0" sldId="273"/>
            <ac:spMk id="14" creationId="{00000000-0000-0000-0000-000000000000}"/>
          </ac:spMkLst>
        </pc:spChg>
        <pc:spChg chg="mod">
          <ac:chgData name="하율 오" userId="46ce053ad8a9501c" providerId="LiveId" clId="{75ED47A5-FCF4-4240-8D18-F11E284FB3CE}" dt="2026-06-29T00:23:24.054" v="140" actId="962"/>
          <ac:spMkLst>
            <pc:docMk/>
            <pc:sldMk cId="0" sldId="273"/>
            <ac:spMk id="15" creationId="{00000000-0000-0000-0000-000000000000}"/>
          </ac:spMkLst>
        </pc:spChg>
        <pc:spChg chg="mod">
          <ac:chgData name="하율 오" userId="46ce053ad8a9501c" providerId="LiveId" clId="{75ED47A5-FCF4-4240-8D18-F11E284FB3CE}" dt="2026-06-29T00:23:24.057" v="141" actId="962"/>
          <ac:spMkLst>
            <pc:docMk/>
            <pc:sldMk cId="0" sldId="273"/>
            <ac:spMk id="16" creationId="{00000000-0000-0000-0000-000000000000}"/>
          </ac:spMkLst>
        </pc:spChg>
        <pc:spChg chg="mod">
          <ac:chgData name="하율 오" userId="46ce053ad8a9501c" providerId="LiveId" clId="{75ED47A5-FCF4-4240-8D18-F11E284FB3CE}" dt="2026-06-29T00:23:24.060" v="142" actId="962"/>
          <ac:spMkLst>
            <pc:docMk/>
            <pc:sldMk cId="0" sldId="273"/>
            <ac:spMk id="17" creationId="{00000000-0000-0000-0000-000000000000}"/>
          </ac:spMkLst>
        </pc:spChg>
        <pc:spChg chg="mod">
          <ac:chgData name="하율 오" userId="46ce053ad8a9501c" providerId="LiveId" clId="{75ED47A5-FCF4-4240-8D18-F11E284FB3CE}" dt="2026-06-29T00:23:24.063" v="143" actId="962"/>
          <ac:spMkLst>
            <pc:docMk/>
            <pc:sldMk cId="0" sldId="273"/>
            <ac:spMk id="21" creationId="{00000000-0000-0000-0000-000000000000}"/>
          </ac:spMkLst>
        </pc:spChg>
        <pc:spChg chg="mod">
          <ac:chgData name="하율 오" userId="46ce053ad8a9501c" providerId="LiveId" clId="{75ED47A5-FCF4-4240-8D18-F11E284FB3CE}" dt="2026-06-29T00:23:24.067" v="144" actId="962"/>
          <ac:spMkLst>
            <pc:docMk/>
            <pc:sldMk cId="0" sldId="273"/>
            <ac:spMk id="22" creationId="{00000000-0000-0000-0000-000000000000}"/>
          </ac:spMkLst>
        </pc:spChg>
        <pc:spChg chg="mod">
          <ac:chgData name="하율 오" userId="46ce053ad8a9501c" providerId="LiveId" clId="{75ED47A5-FCF4-4240-8D18-F11E284FB3CE}" dt="2026-06-29T00:23:24.070" v="145" actId="962"/>
          <ac:spMkLst>
            <pc:docMk/>
            <pc:sldMk cId="0" sldId="273"/>
            <ac:spMk id="23" creationId="{00000000-0000-0000-0000-000000000000}"/>
          </ac:spMkLst>
        </pc:spChg>
        <pc:spChg chg="mod">
          <ac:chgData name="하율 오" userId="46ce053ad8a9501c" providerId="LiveId" clId="{75ED47A5-FCF4-4240-8D18-F11E284FB3CE}" dt="2026-06-29T00:23:24.073" v="146" actId="962"/>
          <ac:spMkLst>
            <pc:docMk/>
            <pc:sldMk cId="0" sldId="273"/>
            <ac:spMk id="24" creationId="{00000000-0000-0000-0000-000000000000}"/>
          </ac:spMkLst>
        </pc:spChg>
        <pc:spChg chg="mod">
          <ac:chgData name="하율 오" userId="46ce053ad8a9501c" providerId="LiveId" clId="{75ED47A5-FCF4-4240-8D18-F11E284FB3CE}" dt="2026-06-29T00:23:24.076" v="147" actId="962"/>
          <ac:spMkLst>
            <pc:docMk/>
            <pc:sldMk cId="0" sldId="273"/>
            <ac:spMk id="25" creationId="{00000000-0000-0000-0000-000000000000}"/>
          </ac:spMkLst>
        </pc:spChg>
        <pc:spChg chg="mod">
          <ac:chgData name="하율 오" userId="46ce053ad8a9501c" providerId="LiveId" clId="{75ED47A5-FCF4-4240-8D18-F11E284FB3CE}" dt="2026-06-29T00:23:24.079" v="148" actId="962"/>
          <ac:spMkLst>
            <pc:docMk/>
            <pc:sldMk cId="0" sldId="273"/>
            <ac:spMk id="29" creationId="{00000000-0000-0000-0000-000000000000}"/>
          </ac:spMkLst>
        </pc:spChg>
        <pc:spChg chg="mod">
          <ac:chgData name="하율 오" userId="46ce053ad8a9501c" providerId="LiveId" clId="{75ED47A5-FCF4-4240-8D18-F11E284FB3CE}" dt="2026-06-29T00:23:24.082" v="149" actId="962"/>
          <ac:spMkLst>
            <pc:docMk/>
            <pc:sldMk cId="0" sldId="273"/>
            <ac:spMk id="30" creationId="{00000000-0000-0000-0000-000000000000}"/>
          </ac:spMkLst>
        </pc:spChg>
        <pc:spChg chg="mod">
          <ac:chgData name="하율 오" userId="46ce053ad8a9501c" providerId="LiveId" clId="{75ED47A5-FCF4-4240-8D18-F11E284FB3CE}" dt="2026-06-29T00:23:24.085" v="150" actId="962"/>
          <ac:spMkLst>
            <pc:docMk/>
            <pc:sldMk cId="0" sldId="273"/>
            <ac:spMk id="31" creationId="{00000000-0000-0000-0000-000000000000}"/>
          </ac:spMkLst>
        </pc:spChg>
        <pc:spChg chg="mod">
          <ac:chgData name="하율 오" userId="46ce053ad8a9501c" providerId="LiveId" clId="{75ED47A5-FCF4-4240-8D18-F11E284FB3CE}" dt="2026-06-29T00:23:24.088" v="151" actId="962"/>
          <ac:spMkLst>
            <pc:docMk/>
            <pc:sldMk cId="0" sldId="273"/>
            <ac:spMk id="32" creationId="{00000000-0000-0000-0000-000000000000}"/>
          </ac:spMkLst>
        </pc:spChg>
        <pc:spChg chg="mod">
          <ac:chgData name="하율 오" userId="46ce053ad8a9501c" providerId="LiveId" clId="{75ED47A5-FCF4-4240-8D18-F11E284FB3CE}" dt="2026-06-29T00:23:24.092" v="152" actId="962"/>
          <ac:spMkLst>
            <pc:docMk/>
            <pc:sldMk cId="0" sldId="273"/>
            <ac:spMk id="33" creationId="{00000000-0000-0000-0000-000000000000}"/>
          </ac:spMkLst>
        </pc:spChg>
        <pc:spChg chg="mod">
          <ac:chgData name="하율 오" userId="46ce053ad8a9501c" providerId="LiveId" clId="{75ED47A5-FCF4-4240-8D18-F11E284FB3CE}" dt="2026-06-29T00:23:24.095" v="153" actId="962"/>
          <ac:spMkLst>
            <pc:docMk/>
            <pc:sldMk cId="0" sldId="273"/>
            <ac:spMk id="37" creationId="{00000000-0000-0000-0000-000000000000}"/>
          </ac:spMkLst>
        </pc:spChg>
        <pc:spChg chg="mod">
          <ac:chgData name="하율 오" userId="46ce053ad8a9501c" providerId="LiveId" clId="{75ED47A5-FCF4-4240-8D18-F11E284FB3CE}" dt="2026-06-29T00:23:24.098" v="154" actId="962"/>
          <ac:spMkLst>
            <pc:docMk/>
            <pc:sldMk cId="0" sldId="273"/>
            <ac:spMk id="39" creationId="{00000000-0000-0000-0000-000000000000}"/>
          </ac:spMkLst>
        </pc:spChg>
        <pc:spChg chg="mod">
          <ac:chgData name="하율 오" userId="46ce053ad8a9501c" providerId="LiveId" clId="{75ED47A5-FCF4-4240-8D18-F11E284FB3CE}" dt="2026-06-29T00:23:24.101" v="155" actId="962"/>
          <ac:spMkLst>
            <pc:docMk/>
            <pc:sldMk cId="0" sldId="273"/>
            <ac:spMk id="41" creationId="{00000000-0000-0000-0000-000000000000}"/>
          </ac:spMkLst>
        </pc:spChg>
        <pc:spChg chg="mod">
          <ac:chgData name="하율 오" userId="46ce053ad8a9501c" providerId="LiveId" clId="{75ED47A5-FCF4-4240-8D18-F11E284FB3CE}" dt="2026-06-29T00:23:24.105" v="156" actId="962"/>
          <ac:spMkLst>
            <pc:docMk/>
            <pc:sldMk cId="0" sldId="273"/>
            <ac:spMk id="43" creationId="{00000000-0000-0000-0000-000000000000}"/>
          </ac:spMkLst>
        </pc:spChg>
      </pc:sldChg>
      <pc:sldChg chg="modSp mod">
        <pc:chgData name="하율 오" userId="46ce053ad8a9501c" providerId="LiveId" clId="{75ED47A5-FCF4-4240-8D18-F11E284FB3CE}" dt="2026-06-29T00:23:24.115" v="158" actId="962"/>
        <pc:sldMkLst>
          <pc:docMk/>
          <pc:sldMk cId="0" sldId="274"/>
        </pc:sldMkLst>
        <pc:spChg chg="mod">
          <ac:chgData name="하율 오" userId="46ce053ad8a9501c" providerId="LiveId" clId="{75ED47A5-FCF4-4240-8D18-F11E284FB3CE}" dt="2026-06-29T00:23:24.112" v="157" actId="962"/>
          <ac:spMkLst>
            <pc:docMk/>
            <pc:sldMk cId="0" sldId="274"/>
            <ac:spMk id="6" creationId="{00000000-0000-0000-0000-000000000000}"/>
          </ac:spMkLst>
        </pc:spChg>
        <pc:spChg chg="mod">
          <ac:chgData name="하율 오" userId="46ce053ad8a9501c" providerId="LiveId" clId="{75ED47A5-FCF4-4240-8D18-F11E284FB3CE}" dt="2026-06-29T00:23:24.115" v="158" actId="962"/>
          <ac:spMkLst>
            <pc:docMk/>
            <pc:sldMk cId="0" sldId="274"/>
            <ac:spMk id="7" creationId="{00000000-0000-0000-0000-000000000000}"/>
          </ac:spMkLst>
        </pc:spChg>
      </pc:sldChg>
      <pc:sldChg chg="addSp delSp modSp mod">
        <pc:chgData name="하율 오" userId="46ce053ad8a9501c" providerId="LiveId" clId="{75ED47A5-FCF4-4240-8D18-F11E284FB3CE}" dt="2026-06-29T01:27:43.810" v="177" actId="1076"/>
        <pc:sldMkLst>
          <pc:docMk/>
          <pc:sldMk cId="0" sldId="275"/>
        </pc:sldMkLst>
        <pc:spChg chg="mod">
          <ac:chgData name="하율 오" userId="46ce053ad8a9501c" providerId="LiveId" clId="{75ED47A5-FCF4-4240-8D18-F11E284FB3CE}" dt="2026-06-29T00:23:24.136" v="159" actId="962"/>
          <ac:spMkLst>
            <pc:docMk/>
            <pc:sldMk cId="0" sldId="275"/>
            <ac:spMk id="3" creationId="{00000000-0000-0000-0000-000000000000}"/>
          </ac:spMkLst>
        </pc:spChg>
        <pc:spChg chg="del mod">
          <ac:chgData name="하율 오" userId="46ce053ad8a9501c" providerId="LiveId" clId="{75ED47A5-FCF4-4240-8D18-F11E284FB3CE}" dt="2026-06-29T01:27:10.671" v="167" actId="478"/>
          <ac:spMkLst>
            <pc:docMk/>
            <pc:sldMk cId="0" sldId="275"/>
            <ac:spMk id="6" creationId="{00000000-0000-0000-0000-000000000000}"/>
          </ac:spMkLst>
        </pc:spChg>
        <pc:spChg chg="del">
          <ac:chgData name="하율 오" userId="46ce053ad8a9501c" providerId="LiveId" clId="{75ED47A5-FCF4-4240-8D18-F11E284FB3CE}" dt="2026-06-29T01:27:16.144" v="169" actId="478"/>
          <ac:spMkLst>
            <pc:docMk/>
            <pc:sldMk cId="0" sldId="275"/>
            <ac:spMk id="8" creationId="{00000000-0000-0000-0000-000000000000}"/>
          </ac:spMkLst>
        </pc:spChg>
        <pc:spChg chg="del">
          <ac:chgData name="하율 오" userId="46ce053ad8a9501c" providerId="LiveId" clId="{75ED47A5-FCF4-4240-8D18-F11E284FB3CE}" dt="2026-06-29T01:27:14.786" v="168" actId="478"/>
          <ac:spMkLst>
            <pc:docMk/>
            <pc:sldMk cId="0" sldId="275"/>
            <ac:spMk id="9" creationId="{00000000-0000-0000-0000-000000000000}"/>
          </ac:spMkLst>
        </pc:spChg>
        <pc:spChg chg="del">
          <ac:chgData name="하율 오" userId="46ce053ad8a9501c" providerId="LiveId" clId="{75ED47A5-FCF4-4240-8D18-F11E284FB3CE}" dt="2026-06-29T01:27:14.786" v="168" actId="478"/>
          <ac:spMkLst>
            <pc:docMk/>
            <pc:sldMk cId="0" sldId="275"/>
            <ac:spMk id="10" creationId="{00000000-0000-0000-0000-000000000000}"/>
          </ac:spMkLst>
        </pc:spChg>
        <pc:spChg chg="del">
          <ac:chgData name="하율 오" userId="46ce053ad8a9501c" providerId="LiveId" clId="{75ED47A5-FCF4-4240-8D18-F11E284FB3CE}" dt="2026-06-29T01:27:14.786" v="168" actId="478"/>
          <ac:spMkLst>
            <pc:docMk/>
            <pc:sldMk cId="0" sldId="275"/>
            <ac:spMk id="11" creationId="{00000000-0000-0000-0000-000000000000}"/>
          </ac:spMkLst>
        </pc:spChg>
        <pc:spChg chg="mod">
          <ac:chgData name="하율 오" userId="46ce053ad8a9501c" providerId="LiveId" clId="{75ED47A5-FCF4-4240-8D18-F11E284FB3CE}" dt="2026-06-29T01:27:24.197" v="172" actId="164"/>
          <ac:spMkLst>
            <pc:docMk/>
            <pc:sldMk cId="0" sldId="275"/>
            <ac:spMk id="12" creationId="{00000000-0000-0000-0000-000000000000}"/>
          </ac:spMkLst>
        </pc:spChg>
        <pc:spChg chg="mod">
          <ac:chgData name="하율 오" userId="46ce053ad8a9501c" providerId="LiveId" clId="{75ED47A5-FCF4-4240-8D18-F11E284FB3CE}" dt="2026-06-29T01:27:24.197" v="172" actId="164"/>
          <ac:spMkLst>
            <pc:docMk/>
            <pc:sldMk cId="0" sldId="275"/>
            <ac:spMk id="14" creationId="{00000000-0000-0000-0000-000000000000}"/>
          </ac:spMkLst>
        </pc:spChg>
        <pc:spChg chg="mod">
          <ac:chgData name="하율 오" userId="46ce053ad8a9501c" providerId="LiveId" clId="{75ED47A5-FCF4-4240-8D18-F11E284FB3CE}" dt="2026-06-29T01:27:24.197" v="172" actId="164"/>
          <ac:spMkLst>
            <pc:docMk/>
            <pc:sldMk cId="0" sldId="275"/>
            <ac:spMk id="15" creationId="{00000000-0000-0000-0000-000000000000}"/>
          </ac:spMkLst>
        </pc:spChg>
        <pc:spChg chg="mod">
          <ac:chgData name="하율 오" userId="46ce053ad8a9501c" providerId="LiveId" clId="{75ED47A5-FCF4-4240-8D18-F11E284FB3CE}" dt="2026-06-29T01:27:24.197" v="172" actId="164"/>
          <ac:spMkLst>
            <pc:docMk/>
            <pc:sldMk cId="0" sldId="275"/>
            <ac:spMk id="16" creationId="{00000000-0000-0000-0000-000000000000}"/>
          </ac:spMkLst>
        </pc:spChg>
        <pc:spChg chg="mod">
          <ac:chgData name="하율 오" userId="46ce053ad8a9501c" providerId="LiveId" clId="{75ED47A5-FCF4-4240-8D18-F11E284FB3CE}" dt="2026-06-29T01:27:24.197" v="172" actId="164"/>
          <ac:spMkLst>
            <pc:docMk/>
            <pc:sldMk cId="0" sldId="275"/>
            <ac:spMk id="17" creationId="{00000000-0000-0000-0000-000000000000}"/>
          </ac:spMkLst>
        </pc:spChg>
        <pc:spChg chg="mod">
          <ac:chgData name="하율 오" userId="46ce053ad8a9501c" providerId="LiveId" clId="{75ED47A5-FCF4-4240-8D18-F11E284FB3CE}" dt="2026-06-29T01:27:31.006" v="175" actId="164"/>
          <ac:spMkLst>
            <pc:docMk/>
            <pc:sldMk cId="0" sldId="275"/>
            <ac:spMk id="18" creationId="{00000000-0000-0000-0000-000000000000}"/>
          </ac:spMkLst>
        </pc:spChg>
        <pc:spChg chg="mod">
          <ac:chgData name="하율 오" userId="46ce053ad8a9501c" providerId="LiveId" clId="{75ED47A5-FCF4-4240-8D18-F11E284FB3CE}" dt="2026-06-29T01:27:31.006" v="175" actId="164"/>
          <ac:spMkLst>
            <pc:docMk/>
            <pc:sldMk cId="0" sldId="275"/>
            <ac:spMk id="20" creationId="{00000000-0000-0000-0000-000000000000}"/>
          </ac:spMkLst>
        </pc:spChg>
        <pc:spChg chg="mod">
          <ac:chgData name="하율 오" userId="46ce053ad8a9501c" providerId="LiveId" clId="{75ED47A5-FCF4-4240-8D18-F11E284FB3CE}" dt="2026-06-29T01:27:31.006" v="175" actId="164"/>
          <ac:spMkLst>
            <pc:docMk/>
            <pc:sldMk cId="0" sldId="275"/>
            <ac:spMk id="21" creationId="{00000000-0000-0000-0000-000000000000}"/>
          </ac:spMkLst>
        </pc:spChg>
        <pc:spChg chg="mod">
          <ac:chgData name="하율 오" userId="46ce053ad8a9501c" providerId="LiveId" clId="{75ED47A5-FCF4-4240-8D18-F11E284FB3CE}" dt="2026-06-29T01:27:31.006" v="175" actId="164"/>
          <ac:spMkLst>
            <pc:docMk/>
            <pc:sldMk cId="0" sldId="275"/>
            <ac:spMk id="22" creationId="{00000000-0000-0000-0000-000000000000}"/>
          </ac:spMkLst>
        </pc:spChg>
        <pc:spChg chg="mod">
          <ac:chgData name="하율 오" userId="46ce053ad8a9501c" providerId="LiveId" clId="{75ED47A5-FCF4-4240-8D18-F11E284FB3CE}" dt="2026-06-29T01:27:31.006" v="175" actId="164"/>
          <ac:spMkLst>
            <pc:docMk/>
            <pc:sldMk cId="0" sldId="275"/>
            <ac:spMk id="23" creationId="{00000000-0000-0000-0000-000000000000}"/>
          </ac:spMkLst>
        </pc:spChg>
        <pc:grpChg chg="add mod">
          <ac:chgData name="하율 오" userId="46ce053ad8a9501c" providerId="LiveId" clId="{75ED47A5-FCF4-4240-8D18-F11E284FB3CE}" dt="2026-06-29T01:27:36.322" v="176" actId="1076"/>
          <ac:grpSpMkLst>
            <pc:docMk/>
            <pc:sldMk cId="0" sldId="275"/>
            <ac:grpSpMk id="24" creationId="{47F9909B-6C54-F009-E10F-6C51B21A803C}"/>
          </ac:grpSpMkLst>
        </pc:grpChg>
        <pc:grpChg chg="add mod">
          <ac:chgData name="하율 오" userId="46ce053ad8a9501c" providerId="LiveId" clId="{75ED47A5-FCF4-4240-8D18-F11E284FB3CE}" dt="2026-06-29T01:27:43.810" v="177" actId="1076"/>
          <ac:grpSpMkLst>
            <pc:docMk/>
            <pc:sldMk cId="0" sldId="275"/>
            <ac:grpSpMk id="25" creationId="{02B1F888-47EB-27C8-96ED-F8CFD4C8A1D8}"/>
          </ac:grpSpMkLst>
        </pc:grpChg>
        <pc:picChg chg="mod">
          <ac:chgData name="하율 오" userId="46ce053ad8a9501c" providerId="LiveId" clId="{75ED47A5-FCF4-4240-8D18-F11E284FB3CE}" dt="2026-06-29T01:27:26.917" v="174" actId="1076"/>
          <ac:picMkLst>
            <pc:docMk/>
            <pc:sldMk cId="0" sldId="275"/>
            <ac:picMk id="2" creationId="{00000000-0000-0000-0000-000000000000}"/>
          </ac:picMkLst>
        </pc:picChg>
        <pc:picChg chg="del">
          <ac:chgData name="하율 오" userId="46ce053ad8a9501c" providerId="LiveId" clId="{75ED47A5-FCF4-4240-8D18-F11E284FB3CE}" dt="2026-06-29T01:27:14.786" v="168" actId="478"/>
          <ac:picMkLst>
            <pc:docMk/>
            <pc:sldMk cId="0" sldId="275"/>
            <ac:picMk id="7" creationId="{00000000-0000-0000-0000-000000000000}"/>
          </ac:picMkLst>
        </pc:picChg>
        <pc:picChg chg="mod">
          <ac:chgData name="하율 오" userId="46ce053ad8a9501c" providerId="LiveId" clId="{75ED47A5-FCF4-4240-8D18-F11E284FB3CE}" dt="2026-06-29T01:27:24.197" v="172" actId="164"/>
          <ac:picMkLst>
            <pc:docMk/>
            <pc:sldMk cId="0" sldId="275"/>
            <ac:picMk id="13" creationId="{00000000-0000-0000-0000-000000000000}"/>
          </ac:picMkLst>
        </pc:picChg>
        <pc:picChg chg="mod">
          <ac:chgData name="하율 오" userId="46ce053ad8a9501c" providerId="LiveId" clId="{75ED47A5-FCF4-4240-8D18-F11E284FB3CE}" dt="2026-06-29T01:27:31.006" v="175" actId="164"/>
          <ac:picMkLst>
            <pc:docMk/>
            <pc:sldMk cId="0" sldId="275"/>
            <ac:picMk id="19" creationId="{00000000-0000-0000-0000-000000000000}"/>
          </ac:picMkLst>
        </pc:picChg>
      </pc:sldChg>
      <pc:sldChg chg="modSp mod">
        <pc:chgData name="하율 오" userId="46ce053ad8a9501c" providerId="LiveId" clId="{75ED47A5-FCF4-4240-8D18-F11E284FB3CE}" dt="2026-06-29T00:23:24.164" v="165" actId="962"/>
        <pc:sldMkLst>
          <pc:docMk/>
          <pc:sldMk cId="0" sldId="276"/>
        </pc:sldMkLst>
        <pc:spChg chg="mod">
          <ac:chgData name="하율 오" userId="46ce053ad8a9501c" providerId="LiveId" clId="{75ED47A5-FCF4-4240-8D18-F11E284FB3CE}" dt="2026-06-29T00:23:24.157" v="163" actId="962"/>
          <ac:spMkLst>
            <pc:docMk/>
            <pc:sldMk cId="0" sldId="276"/>
            <ac:spMk id="6" creationId="{00000000-0000-0000-0000-000000000000}"/>
          </ac:spMkLst>
        </pc:spChg>
        <pc:spChg chg="mod">
          <ac:chgData name="하율 오" userId="46ce053ad8a9501c" providerId="LiveId" clId="{75ED47A5-FCF4-4240-8D18-F11E284FB3CE}" dt="2026-06-29T00:23:24.160" v="164" actId="962"/>
          <ac:spMkLst>
            <pc:docMk/>
            <pc:sldMk cId="0" sldId="276"/>
            <ac:spMk id="8" creationId="{00000000-0000-0000-0000-000000000000}"/>
          </ac:spMkLst>
        </pc:spChg>
        <pc:spChg chg="mod">
          <ac:chgData name="하율 오" userId="46ce053ad8a9501c" providerId="LiveId" clId="{75ED47A5-FCF4-4240-8D18-F11E284FB3CE}" dt="2026-06-29T00:23:24.164" v="165" actId="962"/>
          <ac:spMkLst>
            <pc:docMk/>
            <pc:sldMk cId="0" sldId="276"/>
            <ac:spMk id="11" creationId="{00000000-0000-0000-0000-000000000000}"/>
          </ac:spMkLst>
        </pc:spChg>
      </pc:sldChg>
      <pc:sldChg chg="addSp delSp modSp add mod">
        <pc:chgData name="하율 오" userId="46ce053ad8a9501c" providerId="LiveId" clId="{75ED47A5-FCF4-4240-8D18-F11E284FB3CE}" dt="2026-06-29T01:55:51.911" v="367" actId="27636"/>
        <pc:sldMkLst>
          <pc:docMk/>
          <pc:sldMk cId="1680013576" sldId="277"/>
        </pc:sldMkLst>
        <pc:spChg chg="mod topLvl">
          <ac:chgData name="하율 오" userId="46ce053ad8a9501c" providerId="LiveId" clId="{75ED47A5-FCF4-4240-8D18-F11E284FB3CE}" dt="2026-06-29T01:29:29.797" v="199" actId="1076"/>
          <ac:spMkLst>
            <pc:docMk/>
            <pc:sldMk cId="1680013576" sldId="277"/>
            <ac:spMk id="6" creationId="{92B031FC-AD18-CCD0-840E-50517BD9E4F1}"/>
          </ac:spMkLst>
        </pc:spChg>
        <pc:spChg chg="mod topLvl">
          <ac:chgData name="하율 오" userId="46ce053ad8a9501c" providerId="LiveId" clId="{75ED47A5-FCF4-4240-8D18-F11E284FB3CE}" dt="2026-06-29T01:30:03.782" v="239" actId="20577"/>
          <ac:spMkLst>
            <pc:docMk/>
            <pc:sldMk cId="1680013576" sldId="277"/>
            <ac:spMk id="8" creationId="{2A3F1BFB-AD44-10D8-52D9-FEC32E1FCABD}"/>
          </ac:spMkLst>
        </pc:spChg>
        <pc:spChg chg="mod topLvl">
          <ac:chgData name="하율 오" userId="46ce053ad8a9501c" providerId="LiveId" clId="{75ED47A5-FCF4-4240-8D18-F11E284FB3CE}" dt="2026-06-29T01:54:30.551" v="355"/>
          <ac:spMkLst>
            <pc:docMk/>
            <pc:sldMk cId="1680013576" sldId="277"/>
            <ac:spMk id="9" creationId="{A58E0CEC-F3A5-3994-45BE-CCE74F4185FE}"/>
          </ac:spMkLst>
        </pc:spChg>
        <pc:spChg chg="mod topLvl">
          <ac:chgData name="하율 오" userId="46ce053ad8a9501c" providerId="LiveId" clId="{75ED47A5-FCF4-4240-8D18-F11E284FB3CE}" dt="2026-06-29T01:54:43.377" v="357"/>
          <ac:spMkLst>
            <pc:docMk/>
            <pc:sldMk cId="1680013576" sldId="277"/>
            <ac:spMk id="10" creationId="{8F49C293-F334-8DD6-1153-8C81AE7B1288}"/>
          </ac:spMkLst>
        </pc:spChg>
        <pc:spChg chg="mod topLvl">
          <ac:chgData name="하율 오" userId="46ce053ad8a9501c" providerId="LiveId" clId="{75ED47A5-FCF4-4240-8D18-F11E284FB3CE}" dt="2026-06-29T01:54:57.386" v="359"/>
          <ac:spMkLst>
            <pc:docMk/>
            <pc:sldMk cId="1680013576" sldId="277"/>
            <ac:spMk id="11" creationId="{A72C9B80-DE51-7472-8F52-AA817B5B5706}"/>
          </ac:spMkLst>
        </pc:spChg>
        <pc:spChg chg="mod topLvl">
          <ac:chgData name="하율 오" userId="46ce053ad8a9501c" providerId="LiveId" clId="{75ED47A5-FCF4-4240-8D18-F11E284FB3CE}" dt="2026-06-29T01:28:36.590" v="187" actId="165"/>
          <ac:spMkLst>
            <pc:docMk/>
            <pc:sldMk cId="1680013576" sldId="277"/>
            <ac:spMk id="12" creationId="{C5B1FFC5-EF35-E94C-A4F1-F253BAA5F1C7}"/>
          </ac:spMkLst>
        </pc:spChg>
        <pc:spChg chg="mod topLvl">
          <ac:chgData name="하율 오" userId="46ce053ad8a9501c" providerId="LiveId" clId="{75ED47A5-FCF4-4240-8D18-F11E284FB3CE}" dt="2026-06-29T01:30:08.395" v="253" actId="20577"/>
          <ac:spMkLst>
            <pc:docMk/>
            <pc:sldMk cId="1680013576" sldId="277"/>
            <ac:spMk id="14" creationId="{51482E50-403F-F0EA-CBE5-F16BA64196FE}"/>
          </ac:spMkLst>
        </pc:spChg>
        <pc:spChg chg="mod topLvl">
          <ac:chgData name="하율 오" userId="46ce053ad8a9501c" providerId="LiveId" clId="{75ED47A5-FCF4-4240-8D18-F11E284FB3CE}" dt="2026-06-29T01:51:27.807" v="335"/>
          <ac:spMkLst>
            <pc:docMk/>
            <pc:sldMk cId="1680013576" sldId="277"/>
            <ac:spMk id="15" creationId="{3A40B1CB-20BD-B9DF-6C98-BADB326AFD01}"/>
          </ac:spMkLst>
        </pc:spChg>
        <pc:spChg chg="add del mod topLvl">
          <ac:chgData name="하율 오" userId="46ce053ad8a9501c" providerId="LiveId" clId="{75ED47A5-FCF4-4240-8D18-F11E284FB3CE}" dt="2026-06-29T01:49:56.974" v="313" actId="20577"/>
          <ac:spMkLst>
            <pc:docMk/>
            <pc:sldMk cId="1680013576" sldId="277"/>
            <ac:spMk id="16" creationId="{534F9DFF-45B5-4CA3-31DA-29E9B1D9F90C}"/>
          </ac:spMkLst>
        </pc:spChg>
        <pc:spChg chg="add del mod topLvl">
          <ac:chgData name="하율 오" userId="46ce053ad8a9501c" providerId="LiveId" clId="{75ED47A5-FCF4-4240-8D18-F11E284FB3CE}" dt="2026-06-29T01:49:51.520" v="310" actId="20577"/>
          <ac:spMkLst>
            <pc:docMk/>
            <pc:sldMk cId="1680013576" sldId="277"/>
            <ac:spMk id="17" creationId="{6E328AD5-B8BC-3BB2-AB95-EF3BE888F606}"/>
          </ac:spMkLst>
        </pc:spChg>
        <pc:spChg chg="del">
          <ac:chgData name="하율 오" userId="46ce053ad8a9501c" providerId="LiveId" clId="{75ED47A5-FCF4-4240-8D18-F11E284FB3CE}" dt="2026-06-29T01:27:53.894" v="178" actId="478"/>
          <ac:spMkLst>
            <pc:docMk/>
            <pc:sldMk cId="1680013576" sldId="277"/>
            <ac:spMk id="18" creationId="{AD1B08C2-4F37-1A5D-CE01-FB1136ED85EA}"/>
          </ac:spMkLst>
        </pc:spChg>
        <pc:spChg chg="add mod">
          <ac:chgData name="하율 오" userId="46ce053ad8a9501c" providerId="LiveId" clId="{75ED47A5-FCF4-4240-8D18-F11E284FB3CE}" dt="2026-06-29T01:55:11.975" v="361"/>
          <ac:spMkLst>
            <pc:docMk/>
            <pc:sldMk cId="1680013576" sldId="277"/>
            <ac:spMk id="18" creationId="{F888D647-3288-B6B5-EB9B-9F745A622363}"/>
          </ac:spMkLst>
        </pc:spChg>
        <pc:spChg chg="del">
          <ac:chgData name="하율 오" userId="46ce053ad8a9501c" providerId="LiveId" clId="{75ED47A5-FCF4-4240-8D18-F11E284FB3CE}" dt="2026-06-29T01:27:59.392" v="180" actId="478"/>
          <ac:spMkLst>
            <pc:docMk/>
            <pc:sldMk cId="1680013576" sldId="277"/>
            <ac:spMk id="20" creationId="{B464B0F7-3D1B-913F-8CF0-1C60584FA329}"/>
          </ac:spMkLst>
        </pc:spChg>
        <pc:spChg chg="add mod">
          <ac:chgData name="하율 오" userId="46ce053ad8a9501c" providerId="LiveId" clId="{75ED47A5-FCF4-4240-8D18-F11E284FB3CE}" dt="2026-06-29T01:55:51.911" v="367" actId="27636"/>
          <ac:spMkLst>
            <pc:docMk/>
            <pc:sldMk cId="1680013576" sldId="277"/>
            <ac:spMk id="20" creationId="{F978246B-D63F-2753-470F-3359CDFBB22F}"/>
          </ac:spMkLst>
        </pc:spChg>
        <pc:spChg chg="del">
          <ac:chgData name="하율 오" userId="46ce053ad8a9501c" providerId="LiveId" clId="{75ED47A5-FCF4-4240-8D18-F11E284FB3CE}" dt="2026-06-29T01:27:59.392" v="180" actId="478"/>
          <ac:spMkLst>
            <pc:docMk/>
            <pc:sldMk cId="1680013576" sldId="277"/>
            <ac:spMk id="21" creationId="{38F5570F-CA6C-8676-8CE8-2F6AFB98B5CB}"/>
          </ac:spMkLst>
        </pc:spChg>
        <pc:spChg chg="del">
          <ac:chgData name="하율 오" userId="46ce053ad8a9501c" providerId="LiveId" clId="{75ED47A5-FCF4-4240-8D18-F11E284FB3CE}" dt="2026-06-29T01:27:59.392" v="180" actId="478"/>
          <ac:spMkLst>
            <pc:docMk/>
            <pc:sldMk cId="1680013576" sldId="277"/>
            <ac:spMk id="22" creationId="{4B0DC43A-E4EF-6CB8-4616-90D6285B0EC2}"/>
          </ac:spMkLst>
        </pc:spChg>
        <pc:spChg chg="del">
          <ac:chgData name="하율 오" userId="46ce053ad8a9501c" providerId="LiveId" clId="{75ED47A5-FCF4-4240-8D18-F11E284FB3CE}" dt="2026-06-29T01:27:59.392" v="180" actId="478"/>
          <ac:spMkLst>
            <pc:docMk/>
            <pc:sldMk cId="1680013576" sldId="277"/>
            <ac:spMk id="23" creationId="{DB8AAF0A-3F5A-790D-5220-0CFB6C2838B6}"/>
          </ac:spMkLst>
        </pc:spChg>
        <pc:grpChg chg="add del mod">
          <ac:chgData name="하율 오" userId="46ce053ad8a9501c" providerId="LiveId" clId="{75ED47A5-FCF4-4240-8D18-F11E284FB3CE}" dt="2026-06-29T01:28:36.590" v="187" actId="165"/>
          <ac:grpSpMkLst>
            <pc:docMk/>
            <pc:sldMk cId="1680013576" sldId="277"/>
            <ac:grpSpMk id="24" creationId="{08710B29-365F-54A0-8729-C2D8EF5B209B}"/>
          </ac:grpSpMkLst>
        </pc:grpChg>
        <pc:grpChg chg="add del mod">
          <ac:chgData name="하율 오" userId="46ce053ad8a9501c" providerId="LiveId" clId="{75ED47A5-FCF4-4240-8D18-F11E284FB3CE}" dt="2026-06-29T01:28:33.340" v="186" actId="165"/>
          <ac:grpSpMkLst>
            <pc:docMk/>
            <pc:sldMk cId="1680013576" sldId="277"/>
            <ac:grpSpMk id="25" creationId="{EEC77290-BF5A-DD10-57CE-DDBD53BDE1BD}"/>
          </ac:grpSpMkLst>
        </pc:grpChg>
        <pc:picChg chg="mod topLvl">
          <ac:chgData name="하율 오" userId="46ce053ad8a9501c" providerId="LiveId" clId="{75ED47A5-FCF4-4240-8D18-F11E284FB3CE}" dt="2026-06-29T01:29:25.854" v="198" actId="1076"/>
          <ac:picMkLst>
            <pc:docMk/>
            <pc:sldMk cId="1680013576" sldId="277"/>
            <ac:picMk id="7" creationId="{4EBA9C1A-BCBE-5500-22B0-926C4539C387}"/>
          </ac:picMkLst>
        </pc:picChg>
        <pc:picChg chg="add del mod topLvl">
          <ac:chgData name="하율 오" userId="46ce053ad8a9501c" providerId="LiveId" clId="{75ED47A5-FCF4-4240-8D18-F11E284FB3CE}" dt="2026-06-29T01:29:40.641" v="201" actId="478"/>
          <ac:picMkLst>
            <pc:docMk/>
            <pc:sldMk cId="1680013576" sldId="277"/>
            <ac:picMk id="13" creationId="{92BFC910-C6BA-9815-0FFF-89CE6ACC6398}"/>
          </ac:picMkLst>
        </pc:picChg>
        <pc:picChg chg="del">
          <ac:chgData name="하율 오" userId="46ce053ad8a9501c" providerId="LiveId" clId="{75ED47A5-FCF4-4240-8D18-F11E284FB3CE}" dt="2026-06-29T01:27:56.733" v="179" actId="478"/>
          <ac:picMkLst>
            <pc:docMk/>
            <pc:sldMk cId="1680013576" sldId="277"/>
            <ac:picMk id="19" creationId="{3B21F307-8D0D-431A-E393-2D4B01C8D4BD}"/>
          </ac:picMkLst>
        </pc:picChg>
        <pc:picChg chg="add del">
          <ac:chgData name="하율 오" userId="46ce053ad8a9501c" providerId="LiveId" clId="{75ED47A5-FCF4-4240-8D18-F11E284FB3CE}" dt="2026-06-29T01:28:46.136" v="190" actId="22"/>
          <ac:picMkLst>
            <pc:docMk/>
            <pc:sldMk cId="1680013576" sldId="277"/>
            <ac:picMk id="27" creationId="{35829C4E-F2F1-B8D5-3C06-219D1E966D29}"/>
          </ac:picMkLst>
        </pc:picChg>
        <pc:picChg chg="add del">
          <ac:chgData name="하율 오" userId="46ce053ad8a9501c" providerId="LiveId" clId="{75ED47A5-FCF4-4240-8D18-F11E284FB3CE}" dt="2026-06-29T01:29:01.263" v="193" actId="22"/>
          <ac:picMkLst>
            <pc:docMk/>
            <pc:sldMk cId="1680013576" sldId="277"/>
            <ac:picMk id="29" creationId="{2D19A05A-20D2-FA32-8DA8-EF1EF75D9A71}"/>
          </ac:picMkLst>
        </pc:picChg>
        <pc:picChg chg="add mod">
          <ac:chgData name="하율 오" userId="46ce053ad8a9501c" providerId="LiveId" clId="{75ED47A5-FCF4-4240-8D18-F11E284FB3CE}" dt="2026-06-29T01:29:44.895" v="202" actId="1076"/>
          <ac:picMkLst>
            <pc:docMk/>
            <pc:sldMk cId="1680013576" sldId="277"/>
            <ac:picMk id="31" creationId="{A888B883-3062-55E9-3E52-B654D854AAB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50833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6FFB4-A327-6199-8253-39B1E80A9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A7027-0969-BF5C-D007-AFB5479C4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7A0B3-B44C-636E-FE5E-275FC49F4C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A25769-98AF-9C0D-5362-372134C8B295}"/>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30411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svg"/></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sv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svg"/><Relationship Id="rId7"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10" Type="http://schemas.openxmlformats.org/officeDocument/2006/relationships/image" Target="../media/image44.png"/><Relationship Id="rId4" Type="http://schemas.openxmlformats.org/officeDocument/2006/relationships/image" Target="../media/image38.svg"/><Relationship Id="rId9" Type="http://schemas.openxmlformats.org/officeDocument/2006/relationships/image" Target="../media/image43.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svg"/><Relationship Id="rId7"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8.svg"/><Relationship Id="rId5" Type="http://schemas.openxmlformats.org/officeDocument/2006/relationships/image" Target="../media/image47.svg"/><Relationship Id="rId10" Type="http://schemas.openxmlformats.org/officeDocument/2006/relationships/image" Target="../media/image52.png"/><Relationship Id="rId4" Type="http://schemas.openxmlformats.org/officeDocument/2006/relationships/image" Target="../media/image46.svg"/><Relationship Id="rId9"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6.svg"/><Relationship Id="rId4" Type="http://schemas.openxmlformats.org/officeDocument/2006/relationships/image" Target="../media/image55.svg"/></Relationships>
</file>

<file path=ppt/slides/_rels/slide21.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7.svg"/></Relationships>
</file>

<file path=ppt/slides/_rels/slide2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53A5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grpSp>
        <p:nvGrpSpPr>
          <p:cNvPr id="12" name="그룹 11">
            <a:extLst>
              <a:ext uri="{FF2B5EF4-FFF2-40B4-BE49-F238E27FC236}">
                <a16:creationId xmlns:a16="http://schemas.microsoft.com/office/drawing/2014/main" id="{F62B19FD-4DBB-D3EB-0EAD-0EA05E099F8D}"/>
              </a:ext>
            </a:extLst>
          </p:cNvPr>
          <p:cNvGrpSpPr/>
          <p:nvPr/>
        </p:nvGrpSpPr>
        <p:grpSpPr>
          <a:xfrm>
            <a:off x="914399" y="3340100"/>
            <a:ext cx="3169329" cy="508000"/>
            <a:chOff x="914399" y="3340100"/>
            <a:chExt cx="3169329" cy="508000"/>
          </a:xfrm>
        </p:grpSpPr>
        <p:sp>
          <p:nvSpPr>
            <p:cNvPr id="3" name="Shape 0"/>
            <p:cNvSpPr/>
            <p:nvPr/>
          </p:nvSpPr>
          <p:spPr>
            <a:xfrm>
              <a:off x="914399" y="3340100"/>
              <a:ext cx="3169329" cy="5080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4" name="Text 1"/>
            <p:cNvSpPr/>
            <p:nvPr/>
          </p:nvSpPr>
          <p:spPr>
            <a:xfrm>
              <a:off x="1075361" y="3429000"/>
              <a:ext cx="2936184" cy="368300"/>
            </a:xfrm>
            <a:prstGeom prst="rect">
              <a:avLst/>
            </a:prstGeom>
            <a:noFill/>
            <a:ln/>
          </p:spPr>
          <p:txBody>
            <a:bodyPr wrap="square" lIns="25400" tIns="25400" rIns="25400" bIns="25400" rtlCol="0" anchor="ctr">
              <a:noAutofit/>
            </a:bodyPr>
            <a:lstStyle/>
            <a:p>
              <a:r>
                <a:rPr lang="ko-KR" altLang="ko-KR" sz="1700" dirty="0"/>
                <a:t>🎟️ </a:t>
              </a:r>
              <a:r>
                <a:rPr lang="en-US" sz="1700" b="1" dirty="0" err="1">
                  <a:solidFill>
                    <a:srgbClr val="F5C518"/>
                  </a:solidFill>
                  <a:latin typeface="Arial" pitchFamily="34" charset="0"/>
                  <a:ea typeface="Arial" pitchFamily="34" charset="-122"/>
                  <a:cs typeface="Arial" pitchFamily="34" charset="-120"/>
                </a:rPr>
                <a:t>축제</a:t>
              </a:r>
              <a:r>
                <a:rPr lang="en-US" sz="1700" b="1" dirty="0">
                  <a:solidFill>
                    <a:srgbClr val="F5C518"/>
                  </a:solidFill>
                  <a:latin typeface="Arial" pitchFamily="34" charset="0"/>
                  <a:ea typeface="Arial" pitchFamily="34" charset="-122"/>
                  <a:cs typeface="Arial" pitchFamily="34" charset="-120"/>
                </a:rPr>
                <a:t> 올인원 O2O 플랫폼</a:t>
              </a:r>
              <a:endParaRPr lang="en-US" sz="1700" dirty="0"/>
            </a:p>
          </p:txBody>
        </p:sp>
      </p:grpSp>
      <p:sp>
        <p:nvSpPr>
          <p:cNvPr id="5" name="Text 2"/>
          <p:cNvSpPr/>
          <p:nvPr/>
        </p:nvSpPr>
        <p:spPr>
          <a:xfrm>
            <a:off x="914400" y="4057650"/>
            <a:ext cx="18105120" cy="148590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2000" b="1" kern="0" spc="300" dirty="0">
                <a:gradFill rotWithShape="1">
                  <a:gsLst>
                    <a:gs pos="0">
                      <a:srgbClr val="F5C518">
                        <a:alpha val="100000"/>
                      </a:srgbClr>
                    </a:gs>
                    <a:gs pos="40000">
                      <a:srgbClr val="FFE270">
                        <a:alpha val="100000"/>
                      </a:srgbClr>
                    </a:gs>
                    <a:gs pos="70000">
                      <a:srgbClr val="F5C518">
                        <a:alpha val="100000"/>
                      </a:srgbClr>
                    </a:gs>
                    <a:gs pos="100000">
                      <a:srgbClr val="C89A00">
                        <a:alpha val="100000"/>
                      </a:srgbClr>
                    </a:gs>
                  </a:gsLst>
                  <a:lin ang="1500000" scaled="0"/>
                </a:gradFill>
                <a:latin typeface="Ebrima" panose="02000000000000000000" pitchFamily="2" charset="0"/>
                <a:ea typeface="Ebrima" panose="02000000000000000000" pitchFamily="2" charset="0"/>
                <a:cs typeface="Ebrima" panose="02000000000000000000" pitchFamily="2" charset="0"/>
              </a:rPr>
              <a:t>FESTIO</a:t>
            </a:r>
            <a:endParaRPr lang="en-US" sz="12000" dirty="0">
              <a:latin typeface="Ebrima" panose="02000000000000000000" pitchFamily="2" charset="0"/>
              <a:ea typeface="Ebrima" panose="02000000000000000000" pitchFamily="2" charset="0"/>
              <a:cs typeface="Ebrima" panose="02000000000000000000" pitchFamily="2" charset="0"/>
            </a:endParaRPr>
          </a:p>
        </p:txBody>
      </p:sp>
      <p:sp>
        <p:nvSpPr>
          <p:cNvPr id="6" name="Text 3"/>
          <p:cNvSpPr/>
          <p:nvPr/>
        </p:nvSpPr>
        <p:spPr>
          <a:xfrm>
            <a:off x="914400" y="5695950"/>
            <a:ext cx="18105120" cy="615950"/>
          </a:xfrm>
          <a:prstGeom prst="rect">
            <a:avLst/>
          </a:prstGeom>
          <a:noFill/>
          <a:ln/>
        </p:spPr>
        <p:txBody>
          <a:bodyPr wrap="square" lIns="25400" tIns="25400" rIns="25400" bIns="25400" rtlCol="0" anchor="t">
            <a:normAutofit lnSpcReduction="10000"/>
          </a:bodyPr>
          <a:lstStyle/>
          <a:p>
            <a:pPr marL="0" indent="0" algn="l">
              <a:buNone/>
            </a:pPr>
            <a:r>
              <a:rPr lang="en-US" sz="3900" kern="0" spc="300" dirty="0">
                <a:solidFill>
                  <a:srgbClr val="FFFFFF">
                    <a:alpha val="75000"/>
                  </a:srgbClr>
                </a:solidFill>
                <a:latin typeface="Arial" pitchFamily="34" charset="0"/>
                <a:ea typeface="Arial" pitchFamily="34" charset="-122"/>
                <a:cs typeface="Arial" pitchFamily="34" charset="-120"/>
              </a:rPr>
              <a:t>Festival Management Platform</a:t>
            </a:r>
            <a:endParaRPr lang="en-US" sz="3900" dirty="0"/>
          </a:p>
        </p:txBody>
      </p:sp>
      <p:sp>
        <p:nvSpPr>
          <p:cNvPr id="7" name="Text 4"/>
          <p:cNvSpPr/>
          <p:nvPr/>
        </p:nvSpPr>
        <p:spPr>
          <a:xfrm>
            <a:off x="914400" y="6616700"/>
            <a:ext cx="18105120" cy="368300"/>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FFFFFF">
                    <a:alpha val="35000"/>
                  </a:srgbClr>
                </a:solidFill>
                <a:latin typeface="Arial" pitchFamily="34" charset="0"/>
                <a:ea typeface="Arial" pitchFamily="34" charset="-122"/>
                <a:cs typeface="Arial" pitchFamily="34" charset="-120"/>
              </a:rPr>
              <a:t>바이브코딩을 활용한 AI 기반 웹풀스택 개발 과정</a:t>
            </a:r>
            <a:endParaRPr lang="en-US" sz="1800" dirty="0"/>
          </a:p>
        </p:txBody>
      </p:sp>
      <p:sp>
        <p:nvSpPr>
          <p:cNvPr id="8" name="Text 5"/>
          <p:cNvSpPr/>
          <p:nvPr/>
        </p:nvSpPr>
        <p:spPr>
          <a:xfrm>
            <a:off x="14485522" y="8756650"/>
            <a:ext cx="2888079" cy="368300"/>
          </a:xfrm>
          <a:prstGeom prst="rect">
            <a:avLst/>
          </a:prstGeom>
          <a:noFill/>
          <a:ln/>
        </p:spPr>
        <p:txBody>
          <a:bodyPr wrap="square" lIns="25400" tIns="25400" rIns="25400" bIns="25400" rtlCol="0" anchor="t">
            <a:normAutofit/>
          </a:bodyPr>
          <a:lstStyle/>
          <a:p>
            <a:pPr marL="0" indent="0" algn="r">
              <a:buNone/>
            </a:pPr>
            <a:r>
              <a:rPr lang="en-US" sz="1800" kern="0" spc="225" dirty="0">
                <a:solidFill>
                  <a:srgbClr val="FFFFFF">
                    <a:alpha val="35000"/>
                  </a:srgbClr>
                </a:solidFill>
                <a:latin typeface="Arial" pitchFamily="34" charset="0"/>
                <a:ea typeface="Arial" pitchFamily="34" charset="-122"/>
                <a:cs typeface="Arial" pitchFamily="34" charset="-120"/>
              </a:rPr>
              <a:t>PRESENTER</a:t>
            </a:r>
            <a:endParaRPr lang="en-US" sz="1800" dirty="0"/>
          </a:p>
        </p:txBody>
      </p:sp>
      <p:sp>
        <p:nvSpPr>
          <p:cNvPr id="9" name="Text 6"/>
          <p:cNvSpPr/>
          <p:nvPr/>
        </p:nvSpPr>
        <p:spPr>
          <a:xfrm>
            <a:off x="14485522" y="9163050"/>
            <a:ext cx="2888079" cy="590550"/>
          </a:xfrm>
          <a:prstGeom prst="rect">
            <a:avLst/>
          </a:prstGeom>
          <a:noFill/>
          <a:ln/>
        </p:spPr>
        <p:txBody>
          <a:bodyPr wrap="square" lIns="25400" tIns="25400" rIns="25400" bIns="25400" rtlCol="0" anchor="t">
            <a:normAutofit/>
          </a:bodyPr>
          <a:lstStyle/>
          <a:p>
            <a:pPr marL="0" indent="0" algn="r">
              <a:buNone/>
            </a:pPr>
            <a:r>
              <a:rPr lang="en-US" sz="3000" b="1" dirty="0">
                <a:solidFill>
                  <a:srgbClr val="FFFFFF"/>
                </a:solidFill>
                <a:latin typeface="한컴 말랑말랑 Bold" panose="020F0803000000000000" pitchFamily="50" charset="-127"/>
                <a:ea typeface="한컴 말랑말랑 Bold" panose="020F0803000000000000" pitchFamily="50" charset="-127"/>
                <a:cs typeface="Arial" pitchFamily="34" charset="-120"/>
              </a:rPr>
              <a:t>강진원 | 오하율</a:t>
            </a:r>
            <a:endParaRPr lang="en-US" sz="3000" dirty="0">
              <a:latin typeface="한컴 말랑말랑 Bold" panose="020F0803000000000000" pitchFamily="50" charset="-127"/>
              <a:ea typeface="한컴 말랑말랑 Bold" panose="020F0803000000000000" pitchFamily="50" charset="-127"/>
            </a:endParaRPr>
          </a:p>
        </p:txBody>
      </p:sp>
      <p:sp>
        <p:nvSpPr>
          <p:cNvPr id="10" name="Shape 7">
            <a:extLst>
              <a:ext uri="{C183D7F6-B498-43B3-948B-1728B52AA6E4}">
                <adec:decorative xmlns:adec="http://schemas.microsoft.com/office/drawing/2017/decorative" val="1"/>
              </a:ext>
            </a:extLst>
          </p:cNvPr>
          <p:cNvSpPr/>
          <p:nvPr/>
        </p:nvSpPr>
        <p:spPr>
          <a:xfrm>
            <a:off x="0" y="10239375"/>
            <a:ext cx="18288000" cy="47625"/>
          </a:xfrm>
          <a:prstGeom prst="rect">
            <a:avLst/>
          </a:prstGeom>
          <a:gradFill rotWithShape="1">
            <a:gsLst>
              <a:gs pos="0">
                <a:srgbClr val="F5C518">
                  <a:alpha val="100000"/>
                </a:srgbClr>
              </a:gs>
              <a:gs pos="33333">
                <a:srgbClr val="22D3C0">
                  <a:alpha val="100000"/>
                </a:srgbClr>
              </a:gs>
              <a:gs pos="66667">
                <a:srgbClr val="A78BFA">
                  <a:alpha val="100000"/>
                </a:srgbClr>
              </a:gs>
              <a:gs pos="100000">
                <a:srgbClr val="F26B5B">
                  <a:alpha val="100000"/>
                </a:srgbClr>
              </a:gs>
            </a:gsLst>
            <a:lin ang="0" scaled="0"/>
          </a:gradFill>
          <a:ln/>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53A5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F5C518">
                  <a:alpha val="100000"/>
                </a:srgbClr>
              </a:gs>
              <a:gs pos="33333">
                <a:srgbClr val="22D3C0">
                  <a:alpha val="100000"/>
                </a:srgbClr>
              </a:gs>
              <a:gs pos="66667">
                <a:srgbClr val="A78BFA">
                  <a:alpha val="100000"/>
                </a:srgbClr>
              </a:gs>
              <a:gs pos="100000">
                <a:srgbClr val="F26B5B">
                  <a:alpha val="100000"/>
                </a:srgbClr>
              </a:gs>
            </a:gsLst>
            <a:lin ang="0" scaled="0"/>
          </a:gradFill>
          <a:ln/>
        </p:spPr>
        <p:txBody>
          <a:bodyPr/>
          <a:lstStyle/>
          <a:p>
            <a:endParaRPr lang="ko-KR" altLang="en-US"/>
          </a:p>
        </p:txBody>
      </p:sp>
      <p:sp>
        <p:nvSpPr>
          <p:cNvPr id="4" name="Shape 1">
            <a:extLst>
              <a:ext uri="{C183D7F6-B498-43B3-948B-1728B52AA6E4}">
                <adec:decorative xmlns:adec="http://schemas.microsoft.com/office/drawing/2017/decorative" val="1"/>
              </a:ext>
            </a:extLst>
          </p:cNvPr>
          <p:cNvSpPr/>
          <p:nvPr/>
        </p:nvSpPr>
        <p:spPr>
          <a:xfrm>
            <a:off x="914400" y="1937004"/>
            <a:ext cx="47625" cy="495300"/>
          </a:xfrm>
          <a:prstGeom prst="roundRect">
            <a:avLst>
              <a:gd name="adj" fmla="val 50000"/>
            </a:avLst>
          </a:prstGeom>
          <a:gradFill rotWithShape="1">
            <a:gsLst>
              <a:gs pos="0">
                <a:srgbClr val="F5C518">
                  <a:alpha val="100000"/>
                </a:srgbClr>
              </a:gs>
              <a:gs pos="100000">
                <a:srgbClr val="22D3C0">
                  <a:alpha val="100000"/>
                </a:srgbClr>
              </a:gs>
            </a:gsLst>
            <a:lin ang="5400000" scaled="0"/>
          </a:gradFill>
          <a:ln/>
        </p:spPr>
        <p:txBody>
          <a:bodyPr/>
          <a:lstStyle/>
          <a:p>
            <a:endParaRPr lang="ko-KR" altLang="en-US"/>
          </a:p>
        </p:txBody>
      </p:sp>
      <p:sp>
        <p:nvSpPr>
          <p:cNvPr id="5" name="Text 2"/>
          <p:cNvSpPr/>
          <p:nvPr/>
        </p:nvSpPr>
        <p:spPr>
          <a:xfrm>
            <a:off x="1114425" y="1883029"/>
            <a:ext cx="1268016" cy="762000"/>
          </a:xfrm>
          <a:prstGeom prst="rect">
            <a:avLst/>
          </a:prstGeom>
          <a:noFill/>
          <a:ln/>
        </p:spPr>
        <p:txBody>
          <a:bodyPr wrap="square" lIns="0" tIns="0" rIns="0" bIns="0" rtlCol="0" anchor="t">
            <a:normAutofit fontScale="92500"/>
          </a:bodyPr>
          <a:lstStyle/>
          <a:p>
            <a:pPr marL="0" indent="0" algn="l">
              <a:buNone/>
            </a:pPr>
            <a:r>
              <a:rPr lang="en-US" sz="5100" b="1" dirty="0">
                <a:solidFill>
                  <a:srgbClr val="FFFFFF"/>
                </a:solidFill>
                <a:latin typeface="Arial" pitchFamily="34" charset="0"/>
                <a:ea typeface="Arial" pitchFamily="34" charset="-122"/>
                <a:cs typeface="Arial" pitchFamily="34" charset="-120"/>
              </a:rPr>
              <a:t>목차</a:t>
            </a:r>
            <a:endParaRPr lang="en-US" sz="5100" dirty="0"/>
          </a:p>
        </p:txBody>
      </p:sp>
      <p:sp>
        <p:nvSpPr>
          <p:cNvPr id="6" name="Shape 3">
            <a:extLst>
              <a:ext uri="{C183D7F6-B498-43B3-948B-1728B52AA6E4}">
                <adec:decorative xmlns:adec="http://schemas.microsoft.com/office/drawing/2017/decorative" val="1"/>
              </a:ext>
            </a:extLst>
          </p:cNvPr>
          <p:cNvSpPr/>
          <p:nvPr/>
        </p:nvSpPr>
        <p:spPr>
          <a:xfrm>
            <a:off x="914400" y="4483989"/>
            <a:ext cx="7848600" cy="9525"/>
          </a:xfrm>
          <a:prstGeom prst="rect">
            <a:avLst/>
          </a:prstGeom>
          <a:solidFill>
            <a:srgbClr val="FFFFFF">
              <a:alpha val="11000"/>
            </a:srgbClr>
          </a:solidFill>
          <a:ln/>
        </p:spPr>
        <p:txBody>
          <a:bodyPr/>
          <a:lstStyle/>
          <a:p>
            <a:endParaRPr lang="ko-KR" altLang="en-US" sz="2800"/>
          </a:p>
        </p:txBody>
      </p:sp>
      <p:sp>
        <p:nvSpPr>
          <p:cNvPr id="7" name="Text 4"/>
          <p:cNvSpPr/>
          <p:nvPr/>
        </p:nvSpPr>
        <p:spPr>
          <a:xfrm>
            <a:off x="914399" y="3563239"/>
            <a:ext cx="905691" cy="679450"/>
          </a:xfrm>
          <a:prstGeom prst="rect">
            <a:avLst/>
          </a:prstGeom>
          <a:noFill/>
          <a:ln/>
        </p:spPr>
        <p:txBody>
          <a:bodyPr wrap="square" lIns="25400" tIns="25400" rIns="25400" bIns="25400" rtlCol="0" anchor="t">
            <a:noAutofit/>
          </a:bodyPr>
          <a:lstStyle/>
          <a:p>
            <a:pPr marL="0" indent="0" algn="l">
              <a:buNone/>
            </a:pPr>
            <a:r>
              <a:rPr lang="en-US" sz="4800" dirty="0">
                <a:solidFill>
                  <a:srgbClr val="F5C518">
                    <a:alpha val="20000"/>
                  </a:srgbClr>
                </a:solidFill>
                <a:latin typeface="Arial" pitchFamily="34" charset="0"/>
                <a:ea typeface="Arial" pitchFamily="34" charset="-122"/>
                <a:cs typeface="Arial" pitchFamily="34" charset="-120"/>
              </a:rPr>
              <a:t>01</a:t>
            </a:r>
            <a:endParaRPr lang="en-US" sz="4800" dirty="0"/>
          </a:p>
        </p:txBody>
      </p:sp>
      <p:sp>
        <p:nvSpPr>
          <p:cNvPr id="8" name="Text 5"/>
          <p:cNvSpPr/>
          <p:nvPr/>
        </p:nvSpPr>
        <p:spPr>
          <a:xfrm>
            <a:off x="1820089" y="3553533"/>
            <a:ext cx="5538653" cy="450850"/>
          </a:xfrm>
          <a:prstGeom prst="rect">
            <a:avLst/>
          </a:prstGeom>
          <a:noFill/>
          <a:ln/>
        </p:spPr>
        <p:txBody>
          <a:bodyPr wrap="square" lIns="25400" tIns="25400" rIns="25400" bIns="25400" rtlCol="0" anchor="t">
            <a:noAutofit/>
          </a:bodyPr>
          <a:lstStyle/>
          <a:p>
            <a:pPr marL="0" indent="0" algn="l">
              <a:buNone/>
            </a:pPr>
            <a:r>
              <a:rPr lang="en-US" sz="2800" b="1" dirty="0">
                <a:solidFill>
                  <a:srgbClr val="FFFFFF"/>
                </a:solidFill>
                <a:latin typeface="Arial" pitchFamily="34" charset="0"/>
                <a:ea typeface="Arial" pitchFamily="34" charset="-122"/>
                <a:cs typeface="Arial" pitchFamily="34" charset="-120"/>
              </a:rPr>
              <a:t>프로젝트 개요</a:t>
            </a:r>
            <a:endParaRPr lang="en-US" sz="2800" dirty="0"/>
          </a:p>
        </p:txBody>
      </p:sp>
      <p:sp>
        <p:nvSpPr>
          <p:cNvPr id="9" name="Text 6"/>
          <p:cNvSpPr/>
          <p:nvPr/>
        </p:nvSpPr>
        <p:spPr>
          <a:xfrm>
            <a:off x="1820089" y="4004383"/>
            <a:ext cx="5538653" cy="368300"/>
          </a:xfrm>
          <a:prstGeom prst="rect">
            <a:avLst/>
          </a:prstGeom>
          <a:noFill/>
          <a:ln/>
        </p:spPr>
        <p:txBody>
          <a:bodyPr wrap="square" lIns="25400" tIns="25400" rIns="25400" bIns="25400" rtlCol="0" anchor="t">
            <a:noAutofit/>
          </a:bodyPr>
          <a:lstStyle/>
          <a:p>
            <a:pPr marL="0" indent="0" algn="l">
              <a:buNone/>
            </a:pPr>
            <a:r>
              <a:rPr lang="en-US" sz="2400" dirty="0">
                <a:solidFill>
                  <a:srgbClr val="FFFFFF">
                    <a:alpha val="40000"/>
                  </a:srgbClr>
                </a:solidFill>
                <a:latin typeface="Arial" pitchFamily="34" charset="0"/>
                <a:ea typeface="Arial" pitchFamily="34" charset="-122"/>
                <a:cs typeface="Arial" pitchFamily="34" charset="-120"/>
              </a:rPr>
              <a:t>컨셉 · 배경 · 팀 구성 · 기술 스택</a:t>
            </a:r>
            <a:endParaRPr lang="en-US" sz="2400" dirty="0"/>
          </a:p>
        </p:txBody>
      </p:sp>
      <p:sp>
        <p:nvSpPr>
          <p:cNvPr id="10" name="Shape 7">
            <a:extLst>
              <a:ext uri="{C183D7F6-B498-43B3-948B-1728B52AA6E4}">
                <adec:decorative xmlns:adec="http://schemas.microsoft.com/office/drawing/2017/decorative" val="1"/>
              </a:ext>
            </a:extLst>
          </p:cNvPr>
          <p:cNvSpPr/>
          <p:nvPr/>
        </p:nvSpPr>
        <p:spPr>
          <a:xfrm>
            <a:off x="9525000" y="4483989"/>
            <a:ext cx="7848600" cy="9525"/>
          </a:xfrm>
          <a:prstGeom prst="rect">
            <a:avLst/>
          </a:prstGeom>
          <a:solidFill>
            <a:srgbClr val="FFFFFF">
              <a:alpha val="11000"/>
            </a:srgbClr>
          </a:solidFill>
          <a:ln/>
        </p:spPr>
        <p:txBody>
          <a:bodyPr/>
          <a:lstStyle/>
          <a:p>
            <a:endParaRPr lang="ko-KR" altLang="en-US" sz="2800"/>
          </a:p>
        </p:txBody>
      </p:sp>
      <p:sp>
        <p:nvSpPr>
          <p:cNvPr id="11" name="Text 8"/>
          <p:cNvSpPr/>
          <p:nvPr/>
        </p:nvSpPr>
        <p:spPr>
          <a:xfrm>
            <a:off x="9524999" y="3563239"/>
            <a:ext cx="905691" cy="679450"/>
          </a:xfrm>
          <a:prstGeom prst="rect">
            <a:avLst/>
          </a:prstGeom>
          <a:noFill/>
          <a:ln/>
        </p:spPr>
        <p:txBody>
          <a:bodyPr wrap="square" lIns="25400" tIns="25400" rIns="25400" bIns="25400" rtlCol="0" anchor="t">
            <a:noAutofit/>
          </a:bodyPr>
          <a:lstStyle/>
          <a:p>
            <a:pPr marL="0" indent="0" algn="l">
              <a:buNone/>
            </a:pPr>
            <a:r>
              <a:rPr lang="en-US" sz="4800" dirty="0">
                <a:solidFill>
                  <a:srgbClr val="22D3C0">
                    <a:alpha val="20000"/>
                  </a:srgbClr>
                </a:solidFill>
                <a:latin typeface="Arial" pitchFamily="34" charset="0"/>
                <a:ea typeface="Arial" pitchFamily="34" charset="-122"/>
                <a:cs typeface="Arial" pitchFamily="34" charset="-120"/>
              </a:rPr>
              <a:t>02</a:t>
            </a:r>
            <a:endParaRPr lang="en-US" sz="4800" dirty="0"/>
          </a:p>
        </p:txBody>
      </p:sp>
      <p:sp>
        <p:nvSpPr>
          <p:cNvPr id="12" name="Text 9"/>
          <p:cNvSpPr/>
          <p:nvPr/>
        </p:nvSpPr>
        <p:spPr>
          <a:xfrm>
            <a:off x="10536866" y="3565308"/>
            <a:ext cx="6169663" cy="450850"/>
          </a:xfrm>
          <a:prstGeom prst="rect">
            <a:avLst/>
          </a:prstGeom>
          <a:noFill/>
          <a:ln/>
        </p:spPr>
        <p:txBody>
          <a:bodyPr wrap="square" lIns="25400" tIns="25400" rIns="25400" bIns="25400" rtlCol="0" anchor="t">
            <a:noAutofit/>
          </a:bodyPr>
          <a:lstStyle/>
          <a:p>
            <a:pPr marL="0" indent="0" algn="l">
              <a:buNone/>
            </a:pPr>
            <a:r>
              <a:rPr lang="en-US" sz="2800" b="1" dirty="0">
                <a:solidFill>
                  <a:srgbClr val="FFFFFF"/>
                </a:solidFill>
                <a:latin typeface="Arial" pitchFamily="34" charset="0"/>
                <a:ea typeface="Arial" pitchFamily="34" charset="-122"/>
                <a:cs typeface="Arial" pitchFamily="34" charset="-120"/>
              </a:rPr>
              <a:t>프로젝트 설계</a:t>
            </a:r>
            <a:endParaRPr lang="en-US" sz="2800" dirty="0"/>
          </a:p>
        </p:txBody>
      </p:sp>
      <p:sp>
        <p:nvSpPr>
          <p:cNvPr id="13" name="Text 10"/>
          <p:cNvSpPr/>
          <p:nvPr/>
        </p:nvSpPr>
        <p:spPr>
          <a:xfrm>
            <a:off x="10536865" y="4004383"/>
            <a:ext cx="6169663" cy="368300"/>
          </a:xfrm>
          <a:prstGeom prst="rect">
            <a:avLst/>
          </a:prstGeom>
          <a:noFill/>
          <a:ln/>
        </p:spPr>
        <p:txBody>
          <a:bodyPr wrap="square" lIns="25400" tIns="25400" rIns="25400" bIns="25400" rtlCol="0" anchor="t">
            <a:noAutofit/>
          </a:bodyPr>
          <a:lstStyle/>
          <a:p>
            <a:pPr marL="0" indent="0" algn="l">
              <a:buNone/>
            </a:pPr>
            <a:r>
              <a:rPr lang="en-US" sz="2400" dirty="0">
                <a:solidFill>
                  <a:srgbClr val="FFFFFF">
                    <a:alpha val="40000"/>
                  </a:srgbClr>
                </a:solidFill>
                <a:latin typeface="Arial" pitchFamily="34" charset="0"/>
                <a:ea typeface="Arial" pitchFamily="34" charset="-122"/>
                <a:cs typeface="Arial" pitchFamily="34" charset="-120"/>
              </a:rPr>
              <a:t>아키텍처 · 요구사항 · ER · 유스케이스</a:t>
            </a:r>
            <a:endParaRPr lang="en-US" sz="2400" dirty="0"/>
          </a:p>
        </p:txBody>
      </p:sp>
      <p:sp>
        <p:nvSpPr>
          <p:cNvPr id="14" name="Shape 11">
            <a:extLst>
              <a:ext uri="{C183D7F6-B498-43B3-948B-1728B52AA6E4}">
                <adec:decorative xmlns:adec="http://schemas.microsoft.com/office/drawing/2017/decorative" val="1"/>
              </a:ext>
            </a:extLst>
          </p:cNvPr>
          <p:cNvSpPr/>
          <p:nvPr/>
        </p:nvSpPr>
        <p:spPr>
          <a:xfrm>
            <a:off x="914400" y="5690489"/>
            <a:ext cx="7848600" cy="9525"/>
          </a:xfrm>
          <a:prstGeom prst="rect">
            <a:avLst/>
          </a:prstGeom>
          <a:solidFill>
            <a:srgbClr val="FFFFFF">
              <a:alpha val="11000"/>
            </a:srgbClr>
          </a:solidFill>
          <a:ln/>
        </p:spPr>
        <p:txBody>
          <a:bodyPr/>
          <a:lstStyle/>
          <a:p>
            <a:endParaRPr lang="ko-KR" altLang="en-US" sz="2800"/>
          </a:p>
        </p:txBody>
      </p:sp>
      <p:sp>
        <p:nvSpPr>
          <p:cNvPr id="15" name="Text 12"/>
          <p:cNvSpPr/>
          <p:nvPr/>
        </p:nvSpPr>
        <p:spPr>
          <a:xfrm>
            <a:off x="914399" y="4769739"/>
            <a:ext cx="905691" cy="679450"/>
          </a:xfrm>
          <a:prstGeom prst="rect">
            <a:avLst/>
          </a:prstGeom>
          <a:noFill/>
          <a:ln/>
        </p:spPr>
        <p:txBody>
          <a:bodyPr wrap="square" lIns="25400" tIns="25400" rIns="25400" bIns="25400" rtlCol="0" anchor="t">
            <a:noAutofit/>
          </a:bodyPr>
          <a:lstStyle/>
          <a:p>
            <a:pPr marL="0" indent="0" algn="l">
              <a:buNone/>
            </a:pPr>
            <a:r>
              <a:rPr lang="en-US" sz="4800" dirty="0">
                <a:solidFill>
                  <a:srgbClr val="A78BFA">
                    <a:alpha val="20000"/>
                  </a:srgbClr>
                </a:solidFill>
                <a:latin typeface="Arial" pitchFamily="34" charset="0"/>
                <a:ea typeface="Arial" pitchFamily="34" charset="-122"/>
                <a:cs typeface="Arial" pitchFamily="34" charset="-120"/>
              </a:rPr>
              <a:t>03</a:t>
            </a:r>
            <a:endParaRPr lang="en-US" sz="4800" dirty="0"/>
          </a:p>
        </p:txBody>
      </p:sp>
      <p:sp>
        <p:nvSpPr>
          <p:cNvPr id="16" name="Text 13"/>
          <p:cNvSpPr/>
          <p:nvPr/>
        </p:nvSpPr>
        <p:spPr>
          <a:xfrm>
            <a:off x="1820090" y="4760033"/>
            <a:ext cx="4698186" cy="450850"/>
          </a:xfrm>
          <a:prstGeom prst="rect">
            <a:avLst/>
          </a:prstGeom>
          <a:noFill/>
          <a:ln/>
        </p:spPr>
        <p:txBody>
          <a:bodyPr wrap="square" lIns="25400" tIns="25400" rIns="25400" bIns="25400" rtlCol="0" anchor="t">
            <a:noAutofit/>
          </a:bodyPr>
          <a:lstStyle/>
          <a:p>
            <a:pPr marL="0" indent="0" algn="l">
              <a:buNone/>
            </a:pPr>
            <a:r>
              <a:rPr lang="en-US" sz="2800" b="1" dirty="0">
                <a:solidFill>
                  <a:srgbClr val="FFFFFF"/>
                </a:solidFill>
                <a:latin typeface="Arial" pitchFamily="34" charset="0"/>
                <a:ea typeface="Arial" pitchFamily="34" charset="-122"/>
                <a:cs typeface="Arial" pitchFamily="34" charset="-120"/>
              </a:rPr>
              <a:t>세부 기능</a:t>
            </a:r>
            <a:endParaRPr lang="en-US" sz="2800" dirty="0"/>
          </a:p>
        </p:txBody>
      </p:sp>
      <p:sp>
        <p:nvSpPr>
          <p:cNvPr id="17" name="Text 14"/>
          <p:cNvSpPr/>
          <p:nvPr/>
        </p:nvSpPr>
        <p:spPr>
          <a:xfrm>
            <a:off x="1820090" y="5210883"/>
            <a:ext cx="4698186" cy="368300"/>
          </a:xfrm>
          <a:prstGeom prst="rect">
            <a:avLst/>
          </a:prstGeom>
          <a:noFill/>
          <a:ln/>
        </p:spPr>
        <p:txBody>
          <a:bodyPr wrap="square" lIns="25400" tIns="25400" rIns="25400" bIns="25400" rtlCol="0" anchor="t">
            <a:noAutofit/>
          </a:bodyPr>
          <a:lstStyle/>
          <a:p>
            <a:pPr marL="0" indent="0" algn="l">
              <a:buNone/>
            </a:pPr>
            <a:r>
              <a:rPr lang="en-US" sz="2400" dirty="0">
                <a:solidFill>
                  <a:srgbClr val="FFFFFF">
                    <a:alpha val="40000"/>
                  </a:srgbClr>
                </a:solidFill>
                <a:latin typeface="Arial" pitchFamily="34" charset="0"/>
                <a:ea typeface="Arial" pitchFamily="34" charset="-122"/>
                <a:cs typeface="Arial" pitchFamily="34" charset="-120"/>
              </a:rPr>
              <a:t>티켓팅 · Pay · 상점 · 관리자</a:t>
            </a:r>
            <a:endParaRPr lang="en-US" sz="2400" dirty="0"/>
          </a:p>
        </p:txBody>
      </p:sp>
      <p:sp>
        <p:nvSpPr>
          <p:cNvPr id="18" name="Shape 15">
            <a:extLst>
              <a:ext uri="{C183D7F6-B498-43B3-948B-1728B52AA6E4}">
                <adec:decorative xmlns:adec="http://schemas.microsoft.com/office/drawing/2017/decorative" val="1"/>
              </a:ext>
            </a:extLst>
          </p:cNvPr>
          <p:cNvSpPr/>
          <p:nvPr/>
        </p:nvSpPr>
        <p:spPr>
          <a:xfrm>
            <a:off x="9525000" y="5690489"/>
            <a:ext cx="7848600" cy="9525"/>
          </a:xfrm>
          <a:prstGeom prst="rect">
            <a:avLst/>
          </a:prstGeom>
          <a:solidFill>
            <a:srgbClr val="FFFFFF">
              <a:alpha val="11000"/>
            </a:srgbClr>
          </a:solidFill>
          <a:ln/>
        </p:spPr>
        <p:txBody>
          <a:bodyPr/>
          <a:lstStyle/>
          <a:p>
            <a:endParaRPr lang="ko-KR" altLang="en-US" sz="2800"/>
          </a:p>
        </p:txBody>
      </p:sp>
      <p:sp>
        <p:nvSpPr>
          <p:cNvPr id="19" name="Text 16"/>
          <p:cNvSpPr/>
          <p:nvPr/>
        </p:nvSpPr>
        <p:spPr>
          <a:xfrm>
            <a:off x="9524999" y="4769739"/>
            <a:ext cx="905691" cy="679450"/>
          </a:xfrm>
          <a:prstGeom prst="rect">
            <a:avLst/>
          </a:prstGeom>
          <a:noFill/>
          <a:ln/>
        </p:spPr>
        <p:txBody>
          <a:bodyPr wrap="square" lIns="25400" tIns="25400" rIns="25400" bIns="25400" rtlCol="0" anchor="t">
            <a:noAutofit/>
          </a:bodyPr>
          <a:lstStyle/>
          <a:p>
            <a:pPr marL="0" indent="0" algn="l">
              <a:buNone/>
            </a:pPr>
            <a:r>
              <a:rPr lang="en-US" sz="4800" dirty="0">
                <a:solidFill>
                  <a:srgbClr val="F26B5B">
                    <a:alpha val="20000"/>
                  </a:srgbClr>
                </a:solidFill>
                <a:latin typeface="Arial" pitchFamily="34" charset="0"/>
                <a:ea typeface="Arial" pitchFamily="34" charset="-122"/>
                <a:cs typeface="Arial" pitchFamily="34" charset="-120"/>
              </a:rPr>
              <a:t>04</a:t>
            </a:r>
            <a:endParaRPr lang="en-US" sz="4800" dirty="0"/>
          </a:p>
        </p:txBody>
      </p:sp>
      <p:sp>
        <p:nvSpPr>
          <p:cNvPr id="20" name="Text 17"/>
          <p:cNvSpPr/>
          <p:nvPr/>
        </p:nvSpPr>
        <p:spPr>
          <a:xfrm>
            <a:off x="10536868" y="4769739"/>
            <a:ext cx="3176462" cy="450850"/>
          </a:xfrm>
          <a:prstGeom prst="rect">
            <a:avLst/>
          </a:prstGeom>
          <a:noFill/>
          <a:ln/>
        </p:spPr>
        <p:txBody>
          <a:bodyPr wrap="square" lIns="25400" tIns="25400" rIns="25400" bIns="25400" rtlCol="0" anchor="t">
            <a:noAutofit/>
          </a:bodyPr>
          <a:lstStyle/>
          <a:p>
            <a:pPr marL="0" indent="0" algn="l">
              <a:buNone/>
            </a:pPr>
            <a:r>
              <a:rPr lang="en-US" sz="2800" b="1" dirty="0">
                <a:solidFill>
                  <a:srgbClr val="FFFFFF"/>
                </a:solidFill>
                <a:latin typeface="Arial" pitchFamily="34" charset="0"/>
                <a:ea typeface="Arial" pitchFamily="34" charset="-122"/>
                <a:cs typeface="Arial" pitchFamily="34" charset="-120"/>
              </a:rPr>
              <a:t>시연</a:t>
            </a:r>
            <a:endParaRPr lang="en-US" sz="2800" dirty="0"/>
          </a:p>
        </p:txBody>
      </p:sp>
      <p:sp>
        <p:nvSpPr>
          <p:cNvPr id="21" name="Text 18"/>
          <p:cNvSpPr/>
          <p:nvPr/>
        </p:nvSpPr>
        <p:spPr>
          <a:xfrm>
            <a:off x="10543499" y="5209358"/>
            <a:ext cx="3176462" cy="368300"/>
          </a:xfrm>
          <a:prstGeom prst="rect">
            <a:avLst/>
          </a:prstGeom>
          <a:noFill/>
          <a:ln/>
        </p:spPr>
        <p:txBody>
          <a:bodyPr wrap="square" lIns="25400" tIns="25400" rIns="25400" bIns="25400" rtlCol="0" anchor="t">
            <a:noAutofit/>
          </a:bodyPr>
          <a:lstStyle/>
          <a:p>
            <a:pPr marL="0" indent="0" algn="l">
              <a:buNone/>
            </a:pPr>
            <a:r>
              <a:rPr lang="en-US" sz="2400" dirty="0">
                <a:solidFill>
                  <a:srgbClr val="FFFFFF">
                    <a:alpha val="40000"/>
                  </a:srgbClr>
                </a:solidFill>
                <a:latin typeface="Arial" pitchFamily="34" charset="0"/>
                <a:ea typeface="Arial" pitchFamily="34" charset="-122"/>
                <a:cs typeface="Arial" pitchFamily="34" charset="-120"/>
              </a:rPr>
              <a:t>실제 구현 화면 시연</a:t>
            </a:r>
            <a:endParaRPr lang="en-US" sz="2400" dirty="0"/>
          </a:p>
        </p:txBody>
      </p:sp>
      <p:sp>
        <p:nvSpPr>
          <p:cNvPr id="22" name="Shape 19">
            <a:extLst>
              <a:ext uri="{C183D7F6-B498-43B3-948B-1728B52AA6E4}">
                <adec:decorative xmlns:adec="http://schemas.microsoft.com/office/drawing/2017/decorative" val="1"/>
              </a:ext>
            </a:extLst>
          </p:cNvPr>
          <p:cNvSpPr/>
          <p:nvPr/>
        </p:nvSpPr>
        <p:spPr>
          <a:xfrm>
            <a:off x="914400" y="6896989"/>
            <a:ext cx="7848600" cy="9525"/>
          </a:xfrm>
          <a:prstGeom prst="rect">
            <a:avLst/>
          </a:prstGeom>
          <a:solidFill>
            <a:srgbClr val="FFFFFF">
              <a:alpha val="11000"/>
            </a:srgbClr>
          </a:solidFill>
          <a:ln/>
        </p:spPr>
        <p:txBody>
          <a:bodyPr/>
          <a:lstStyle/>
          <a:p>
            <a:endParaRPr lang="ko-KR" altLang="en-US" sz="2800"/>
          </a:p>
        </p:txBody>
      </p:sp>
      <p:sp>
        <p:nvSpPr>
          <p:cNvPr id="23" name="Text 20"/>
          <p:cNvSpPr/>
          <p:nvPr/>
        </p:nvSpPr>
        <p:spPr>
          <a:xfrm>
            <a:off x="914399" y="5976239"/>
            <a:ext cx="905691" cy="679450"/>
          </a:xfrm>
          <a:prstGeom prst="rect">
            <a:avLst/>
          </a:prstGeom>
          <a:noFill/>
          <a:ln/>
        </p:spPr>
        <p:txBody>
          <a:bodyPr wrap="square" lIns="25400" tIns="25400" rIns="25400" bIns="25400" rtlCol="0" anchor="t">
            <a:noAutofit/>
          </a:bodyPr>
          <a:lstStyle/>
          <a:p>
            <a:pPr marL="0" indent="0" algn="l">
              <a:buNone/>
            </a:pPr>
            <a:r>
              <a:rPr lang="en-US" sz="4800" dirty="0">
                <a:solidFill>
                  <a:srgbClr val="F5C518">
                    <a:alpha val="20000"/>
                  </a:srgbClr>
                </a:solidFill>
                <a:latin typeface="Arial" pitchFamily="34" charset="0"/>
                <a:ea typeface="Arial" pitchFamily="34" charset="-122"/>
                <a:cs typeface="Arial" pitchFamily="34" charset="-120"/>
              </a:rPr>
              <a:t>05</a:t>
            </a:r>
            <a:endParaRPr lang="en-US" sz="4800" dirty="0"/>
          </a:p>
        </p:txBody>
      </p:sp>
      <p:sp>
        <p:nvSpPr>
          <p:cNvPr id="24" name="Text 21"/>
          <p:cNvSpPr/>
          <p:nvPr/>
        </p:nvSpPr>
        <p:spPr>
          <a:xfrm>
            <a:off x="1820090" y="5966533"/>
            <a:ext cx="4634602" cy="450850"/>
          </a:xfrm>
          <a:prstGeom prst="rect">
            <a:avLst/>
          </a:prstGeom>
          <a:noFill/>
          <a:ln/>
        </p:spPr>
        <p:txBody>
          <a:bodyPr wrap="square" lIns="25400" tIns="25400" rIns="25400" bIns="25400" rtlCol="0" anchor="t">
            <a:noAutofit/>
          </a:bodyPr>
          <a:lstStyle/>
          <a:p>
            <a:pPr marL="0" indent="0" algn="l">
              <a:buNone/>
            </a:pPr>
            <a:r>
              <a:rPr lang="en-US" sz="2800" b="1" dirty="0">
                <a:solidFill>
                  <a:srgbClr val="FFFFFF"/>
                </a:solidFill>
                <a:latin typeface="Arial" pitchFamily="34" charset="0"/>
                <a:ea typeface="Arial" pitchFamily="34" charset="-122"/>
                <a:cs typeface="Arial" pitchFamily="34" charset="-120"/>
              </a:rPr>
              <a:t>소감</a:t>
            </a:r>
            <a:endParaRPr lang="en-US" sz="2800" dirty="0"/>
          </a:p>
        </p:txBody>
      </p:sp>
      <p:sp>
        <p:nvSpPr>
          <p:cNvPr id="25" name="Text 22"/>
          <p:cNvSpPr/>
          <p:nvPr/>
        </p:nvSpPr>
        <p:spPr>
          <a:xfrm>
            <a:off x="1820090" y="6417383"/>
            <a:ext cx="4634602" cy="368300"/>
          </a:xfrm>
          <a:prstGeom prst="rect">
            <a:avLst/>
          </a:prstGeom>
          <a:noFill/>
          <a:ln/>
        </p:spPr>
        <p:txBody>
          <a:bodyPr wrap="square" lIns="25400" tIns="25400" rIns="25400" bIns="25400" rtlCol="0" anchor="t">
            <a:noAutofit/>
          </a:bodyPr>
          <a:lstStyle/>
          <a:p>
            <a:pPr marL="0" indent="0" algn="l">
              <a:buNone/>
            </a:pPr>
            <a:r>
              <a:rPr lang="en-US" sz="2400" dirty="0">
                <a:solidFill>
                  <a:srgbClr val="FFFFFF">
                    <a:alpha val="40000"/>
                  </a:srgbClr>
                </a:solidFill>
                <a:latin typeface="Arial" pitchFamily="34" charset="0"/>
                <a:ea typeface="Arial" pitchFamily="34" charset="-122"/>
                <a:cs typeface="Arial" pitchFamily="34" charset="-120"/>
              </a:rPr>
              <a:t>느낀점 · 반성 · 삽질 포인트</a:t>
            </a:r>
            <a:endParaRPr lang="en-US" sz="2400" dirty="0"/>
          </a:p>
        </p:txBody>
      </p:sp>
      <p:sp>
        <p:nvSpPr>
          <p:cNvPr id="26" name="Shape 23">
            <a:extLst>
              <a:ext uri="{C183D7F6-B498-43B3-948B-1728B52AA6E4}">
                <adec:decorative xmlns:adec="http://schemas.microsoft.com/office/drawing/2017/decorative" val="1"/>
              </a:ext>
            </a:extLst>
          </p:cNvPr>
          <p:cNvSpPr/>
          <p:nvPr/>
        </p:nvSpPr>
        <p:spPr>
          <a:xfrm>
            <a:off x="9525000" y="6896989"/>
            <a:ext cx="7848600" cy="9525"/>
          </a:xfrm>
          <a:prstGeom prst="rect">
            <a:avLst/>
          </a:prstGeom>
          <a:solidFill>
            <a:srgbClr val="FFFFFF">
              <a:alpha val="11000"/>
            </a:srgbClr>
          </a:solidFill>
          <a:ln/>
        </p:spPr>
        <p:txBody>
          <a:bodyPr/>
          <a:lstStyle/>
          <a:p>
            <a:endParaRPr lang="ko-KR" altLang="en-US" sz="2800"/>
          </a:p>
        </p:txBody>
      </p:sp>
      <p:sp>
        <p:nvSpPr>
          <p:cNvPr id="27" name="Text 24"/>
          <p:cNvSpPr/>
          <p:nvPr/>
        </p:nvSpPr>
        <p:spPr>
          <a:xfrm>
            <a:off x="9524999" y="5976239"/>
            <a:ext cx="905691" cy="679450"/>
          </a:xfrm>
          <a:prstGeom prst="rect">
            <a:avLst/>
          </a:prstGeom>
          <a:noFill/>
          <a:ln/>
        </p:spPr>
        <p:txBody>
          <a:bodyPr wrap="square" lIns="25400" tIns="25400" rIns="25400" bIns="25400" rtlCol="0" anchor="t">
            <a:noAutofit/>
          </a:bodyPr>
          <a:lstStyle/>
          <a:p>
            <a:pPr marL="0" indent="0" algn="l">
              <a:buNone/>
            </a:pPr>
            <a:r>
              <a:rPr lang="en-US" sz="4800" dirty="0">
                <a:solidFill>
                  <a:srgbClr val="22D3C0">
                    <a:alpha val="20000"/>
                  </a:srgbClr>
                </a:solidFill>
                <a:latin typeface="Arial" pitchFamily="34" charset="0"/>
                <a:ea typeface="Arial" pitchFamily="34" charset="-122"/>
                <a:cs typeface="Arial" pitchFamily="34" charset="-120"/>
              </a:rPr>
              <a:t>06</a:t>
            </a:r>
            <a:endParaRPr lang="en-US" sz="4800" dirty="0"/>
          </a:p>
        </p:txBody>
      </p:sp>
      <p:sp>
        <p:nvSpPr>
          <p:cNvPr id="28" name="Text 25"/>
          <p:cNvSpPr/>
          <p:nvPr/>
        </p:nvSpPr>
        <p:spPr>
          <a:xfrm>
            <a:off x="10543499" y="5976239"/>
            <a:ext cx="1737385" cy="450850"/>
          </a:xfrm>
          <a:prstGeom prst="rect">
            <a:avLst/>
          </a:prstGeom>
          <a:noFill/>
          <a:ln/>
        </p:spPr>
        <p:txBody>
          <a:bodyPr wrap="square" lIns="25400" tIns="25400" rIns="25400" bIns="25400" rtlCol="0" anchor="t">
            <a:noAutofit/>
          </a:bodyPr>
          <a:lstStyle/>
          <a:p>
            <a:pPr marL="0" indent="0" algn="l">
              <a:buNone/>
            </a:pPr>
            <a:r>
              <a:rPr lang="en-US" sz="2800" b="1" dirty="0">
                <a:solidFill>
                  <a:srgbClr val="FFFFFF"/>
                </a:solidFill>
                <a:latin typeface="Arial" pitchFamily="34" charset="0"/>
                <a:ea typeface="Arial" pitchFamily="34" charset="-122"/>
                <a:cs typeface="Arial" pitchFamily="34" charset="-120"/>
              </a:rPr>
              <a:t>질의응답</a:t>
            </a:r>
            <a:endParaRPr lang="en-US" sz="2800" dirty="0"/>
          </a:p>
        </p:txBody>
      </p:sp>
      <p:sp>
        <p:nvSpPr>
          <p:cNvPr id="29" name="Text 26"/>
          <p:cNvSpPr/>
          <p:nvPr/>
        </p:nvSpPr>
        <p:spPr>
          <a:xfrm>
            <a:off x="10543499" y="6417383"/>
            <a:ext cx="1737385" cy="368300"/>
          </a:xfrm>
          <a:prstGeom prst="rect">
            <a:avLst/>
          </a:prstGeom>
          <a:noFill/>
          <a:ln/>
        </p:spPr>
        <p:txBody>
          <a:bodyPr wrap="square" lIns="25400" tIns="25400" rIns="25400" bIns="25400" rtlCol="0" anchor="t">
            <a:noAutofit/>
          </a:bodyPr>
          <a:lstStyle/>
          <a:p>
            <a:pPr marL="0" indent="0" algn="l">
              <a:buNone/>
            </a:pPr>
            <a:r>
              <a:rPr lang="en-US" sz="2400" dirty="0">
                <a:solidFill>
                  <a:srgbClr val="FFFFFF">
                    <a:alpha val="40000"/>
                  </a:srgbClr>
                </a:solidFill>
                <a:latin typeface="Arial" pitchFamily="34" charset="0"/>
                <a:ea typeface="Arial" pitchFamily="34" charset="-122"/>
                <a:cs typeface="Arial" pitchFamily="34" charset="-120"/>
              </a:rPr>
              <a:t>Q &amp; 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04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Text 0"/>
          <p:cNvSpPr/>
          <p:nvPr/>
        </p:nvSpPr>
        <p:spPr>
          <a:xfrm>
            <a:off x="8211741" y="3725863"/>
            <a:ext cx="2050862" cy="361950"/>
          </a:xfrm>
          <a:prstGeom prst="rect">
            <a:avLst/>
          </a:prstGeom>
          <a:noFill/>
          <a:ln/>
        </p:spPr>
        <p:txBody>
          <a:bodyPr wrap="square" lIns="25400" tIns="25400" rIns="25400" bIns="25400" rtlCol="0" anchor="t">
            <a:normAutofit fontScale="62500" lnSpcReduction="20000"/>
          </a:bodyPr>
          <a:lstStyle/>
          <a:p>
            <a:pPr marL="0" indent="0" algn="l">
              <a:buNone/>
            </a:pPr>
            <a:r>
              <a:rPr lang="en-US" sz="1950" kern="0" spc="750" dirty="0">
                <a:solidFill>
                  <a:srgbClr val="F5C518">
                    <a:alpha val="70000"/>
                  </a:srgbClr>
                </a:solidFill>
                <a:latin typeface="Arial" pitchFamily="34" charset="0"/>
                <a:ea typeface="Arial" pitchFamily="34" charset="-122"/>
                <a:cs typeface="Arial" pitchFamily="34" charset="-120"/>
              </a:rPr>
              <a:t>CHAPTER 01</a:t>
            </a:r>
            <a:endParaRPr lang="en-US" sz="1950" dirty="0"/>
          </a:p>
        </p:txBody>
      </p:sp>
      <p:sp>
        <p:nvSpPr>
          <p:cNvPr id="4" name="Text 1"/>
          <p:cNvSpPr/>
          <p:nvPr/>
        </p:nvSpPr>
        <p:spPr>
          <a:xfrm>
            <a:off x="6449417" y="4221163"/>
            <a:ext cx="5928082" cy="1416050"/>
          </a:xfrm>
          <a:prstGeom prst="rect">
            <a:avLst/>
          </a:prstGeom>
          <a:noFill/>
          <a:ln/>
        </p:spPr>
        <p:txBody>
          <a:bodyPr wrap="square" lIns="25400" tIns="25400" rIns="25400" bIns="25400" rtlCol="0" anchor="t">
            <a:normAutofit/>
          </a:bodyPr>
          <a:lstStyle/>
          <a:p>
            <a:pPr marL="0" indent="0" algn="l">
              <a:buNone/>
            </a:pPr>
            <a:r>
              <a:rPr lang="en-US" sz="7500" b="1" kern="0" spc="-150" dirty="0">
                <a:solidFill>
                  <a:srgbClr val="FFFFFF"/>
                </a:solidFill>
                <a:latin typeface="Arial" pitchFamily="34" charset="0"/>
                <a:ea typeface="Arial" pitchFamily="34" charset="-122"/>
                <a:cs typeface="Arial" pitchFamily="34" charset="-120"/>
              </a:rPr>
              <a:t>프로젝트 개요</a:t>
            </a:r>
            <a:endParaRPr lang="en-US" sz="7500" dirty="0"/>
          </a:p>
        </p:txBody>
      </p:sp>
      <p:sp>
        <p:nvSpPr>
          <p:cNvPr id="5" name="Text 2"/>
          <p:cNvSpPr/>
          <p:nvPr/>
        </p:nvSpPr>
        <p:spPr>
          <a:xfrm>
            <a:off x="7742634" y="5732463"/>
            <a:ext cx="3083004" cy="533400"/>
          </a:xfrm>
          <a:prstGeom prst="rect">
            <a:avLst/>
          </a:prstGeom>
          <a:noFill/>
          <a:ln/>
        </p:spPr>
        <p:txBody>
          <a:bodyPr wrap="square" lIns="25400" tIns="25400" rIns="25400" bIns="25400" rtlCol="0" anchor="t">
            <a:normAutofit fontScale="62500" lnSpcReduction="20000"/>
          </a:bodyPr>
          <a:lstStyle/>
          <a:p>
            <a:pPr marL="0" indent="0" algn="l">
              <a:buNone/>
            </a:pPr>
            <a:r>
              <a:rPr lang="en-US" sz="3000" kern="0" spc="300" dirty="0">
                <a:solidFill>
                  <a:srgbClr val="FFFFFF">
                    <a:alpha val="40000"/>
                  </a:srgbClr>
                </a:solidFill>
                <a:latin typeface="Arial" pitchFamily="34" charset="0"/>
                <a:ea typeface="Arial" pitchFamily="34" charset="-122"/>
                <a:cs typeface="Arial" pitchFamily="34" charset="-120"/>
              </a:rPr>
              <a:t>PROJECT OVERVIEW</a:t>
            </a:r>
            <a:endParaRPr lang="en-US" sz="3000" dirty="0"/>
          </a:p>
        </p:txBody>
      </p:sp>
      <p:sp>
        <p:nvSpPr>
          <p:cNvPr id="6" name="Shape 3">
            <a:extLst>
              <a:ext uri="{C183D7F6-B498-43B3-948B-1728B52AA6E4}">
                <adec:decorative xmlns:adec="http://schemas.microsoft.com/office/drawing/2017/decorative" val="1"/>
              </a:ext>
            </a:extLst>
          </p:cNvPr>
          <p:cNvSpPr/>
          <p:nvPr/>
        </p:nvSpPr>
        <p:spPr>
          <a:xfrm>
            <a:off x="8858250" y="6532563"/>
            <a:ext cx="571500" cy="28575"/>
          </a:xfrm>
          <a:prstGeom prst="roundRect">
            <a:avLst>
              <a:gd name="adj" fmla="val 50000"/>
            </a:avLst>
          </a:prstGeom>
          <a:gradFill rotWithShape="1">
            <a:gsLst>
              <a:gs pos="0">
                <a:srgbClr val="F5C518">
                  <a:alpha val="100000"/>
                </a:srgbClr>
              </a:gs>
              <a:gs pos="100000">
                <a:srgbClr val="22D3C0">
                  <a:alpha val="100000"/>
                </a:srgbClr>
              </a:gs>
            </a:gsLst>
            <a:lin ang="0" scaled="0"/>
          </a:gradFill>
          <a:ln/>
        </p:spPr>
        <p:txBody>
          <a:bodyPr/>
          <a:lstStyle/>
          <a:p>
            <a:endParaRPr lang="ko-KR" altLang="en-US"/>
          </a:p>
        </p:txBody>
      </p:sp>
      <p:sp>
        <p:nvSpPr>
          <p:cNvPr id="7" name="Shape 4">
            <a:extLst>
              <a:ext uri="{C183D7F6-B498-43B3-948B-1728B52AA6E4}">
                <adec:decorative xmlns:adec="http://schemas.microsoft.com/office/drawing/2017/decorative" val="1"/>
              </a:ext>
            </a:extLst>
          </p:cNvPr>
          <p:cNvSpPr/>
          <p:nvPr/>
        </p:nvSpPr>
        <p:spPr>
          <a:xfrm>
            <a:off x="0" y="10239375"/>
            <a:ext cx="18288000" cy="47625"/>
          </a:xfrm>
          <a:prstGeom prst="rect">
            <a:avLst/>
          </a:prstGeom>
          <a:gradFill rotWithShape="1">
            <a:gsLst>
              <a:gs pos="0">
                <a:srgbClr val="F5C518">
                  <a:alpha val="100000"/>
                </a:srgbClr>
              </a:gs>
              <a:gs pos="100000">
                <a:srgbClr val="22D3C0">
                  <a:alpha val="100000"/>
                </a:srgbClr>
              </a:gs>
            </a:gsLst>
            <a:lin ang="0" scaled="0"/>
          </a:gradFill>
          <a:ln/>
        </p:spPr>
        <p:txBody>
          <a:bodyPr/>
          <a:lstStyle/>
          <a:p>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53A5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F5C518">
                  <a:alpha val="100000"/>
                </a:srgbClr>
              </a:gs>
              <a:gs pos="100000">
                <a:srgbClr val="22D3C0">
                  <a:alpha val="100000"/>
                </a:srgbClr>
              </a:gs>
            </a:gsLst>
            <a:lin ang="0" scaled="0"/>
          </a:gradFill>
          <a:ln/>
        </p:spPr>
        <p:txBody>
          <a:bodyPr/>
          <a:lstStyle/>
          <a:p>
            <a:endParaRPr lang="ko-KR" altLang="en-US"/>
          </a:p>
        </p:txBody>
      </p:sp>
      <p:sp>
        <p:nvSpPr>
          <p:cNvPr id="4" name="Text 1"/>
          <p:cNvSpPr/>
          <p:nvPr/>
        </p:nvSpPr>
        <p:spPr>
          <a:xfrm>
            <a:off x="1014984" y="658019"/>
            <a:ext cx="16056864" cy="363442"/>
          </a:xfrm>
          <a:prstGeom prst="rect">
            <a:avLst/>
          </a:prstGeom>
          <a:noFill/>
          <a:ln/>
        </p:spPr>
        <p:txBody>
          <a:bodyPr wrap="square" lIns="25400" tIns="25400" rIns="25400" bIns="25400" rtlCol="0" anchor="t">
            <a:normAutofit/>
          </a:bodyPr>
          <a:lstStyle/>
          <a:p>
            <a:pPr marL="0" indent="0" algn="l">
              <a:buNone/>
            </a:pPr>
            <a:r>
              <a:rPr lang="en-US" sz="1800" b="1" kern="0" spc="300" dirty="0">
                <a:solidFill>
                  <a:srgbClr val="F5C518"/>
                </a:solidFill>
                <a:latin typeface="Arial" pitchFamily="34" charset="0"/>
                <a:ea typeface="Arial" pitchFamily="34" charset="-122"/>
                <a:cs typeface="Arial" pitchFamily="34" charset="-120"/>
              </a:rPr>
              <a:t>PROJECT OVERVIEW</a:t>
            </a:r>
            <a:endParaRPr lang="en-US" sz="1800" dirty="0"/>
          </a:p>
        </p:txBody>
      </p:sp>
      <p:sp>
        <p:nvSpPr>
          <p:cNvPr id="5" name="Text 2"/>
          <p:cNvSpPr/>
          <p:nvPr/>
        </p:nvSpPr>
        <p:spPr>
          <a:xfrm>
            <a:off x="1078992" y="1059561"/>
            <a:ext cx="3803904"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컨셉 &amp; 배경</a:t>
            </a:r>
            <a:endParaRPr lang="en-US" sz="5100" dirty="0"/>
          </a:p>
        </p:txBody>
      </p:sp>
      <p:sp>
        <p:nvSpPr>
          <p:cNvPr id="6" name="Shape 3">
            <a:extLst>
              <a:ext uri="{C183D7F6-B498-43B3-948B-1728B52AA6E4}">
                <adec:decorative xmlns:adec="http://schemas.microsoft.com/office/drawing/2017/decorative" val="1"/>
              </a:ext>
            </a:extLst>
          </p:cNvPr>
          <p:cNvSpPr/>
          <p:nvPr/>
        </p:nvSpPr>
        <p:spPr>
          <a:xfrm>
            <a:off x="914400" y="2162175"/>
            <a:ext cx="8640663" cy="7667625"/>
          </a:xfrm>
          <a:prstGeom prst="roundRect">
            <a:avLst>
              <a:gd name="adj" fmla="val 2484"/>
            </a:avLst>
          </a:prstGeom>
          <a:solidFill>
            <a:srgbClr val="F5C518">
              <a:alpha val="6000"/>
            </a:srgbClr>
          </a:solidFill>
          <a:ln w="12700">
            <a:solidFill>
              <a:srgbClr val="F5C518">
                <a:alpha val="15000"/>
              </a:srgbClr>
            </a:solidFill>
            <a:prstDash val="solid"/>
          </a:ln>
        </p:spPr>
        <p:txBody>
          <a:bodyPr/>
          <a:lstStyle/>
          <a:p>
            <a:endParaRPr lang="ko-KR" altLang="en-US"/>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08100" y="2555875"/>
            <a:ext cx="438150" cy="438150"/>
          </a:xfrm>
          <a:prstGeom prst="rect">
            <a:avLst/>
          </a:prstGeom>
        </p:spPr>
      </p:pic>
      <p:sp>
        <p:nvSpPr>
          <p:cNvPr id="8" name="Text 4"/>
          <p:cNvSpPr/>
          <p:nvPr/>
        </p:nvSpPr>
        <p:spPr>
          <a:xfrm>
            <a:off x="1857502" y="2544413"/>
            <a:ext cx="2669540" cy="590550"/>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Arial" pitchFamily="34" charset="0"/>
                <a:ea typeface="Arial" pitchFamily="34" charset="-122"/>
                <a:cs typeface="Arial" pitchFamily="34" charset="-120"/>
              </a:rPr>
              <a:t>프로젝트 컨셉</a:t>
            </a:r>
            <a:endParaRPr lang="en-US" sz="3000" dirty="0"/>
          </a:p>
        </p:txBody>
      </p:sp>
      <p:sp>
        <p:nvSpPr>
          <p:cNvPr id="9" name="Text 5"/>
          <p:cNvSpPr/>
          <p:nvPr/>
        </p:nvSpPr>
        <p:spPr>
          <a:xfrm>
            <a:off x="1308100" y="3166999"/>
            <a:ext cx="8088862" cy="1389063"/>
          </a:xfrm>
          <a:prstGeom prst="rect">
            <a:avLst/>
          </a:prstGeom>
          <a:noFill/>
          <a:ln/>
        </p:spPr>
        <p:txBody>
          <a:bodyPr wrap="square" lIns="25400" tIns="25400" rIns="25400" bIns="25400" rtlCol="0" anchor="t">
            <a:normAutofit/>
          </a:bodyPr>
          <a:lstStyle/>
          <a:p>
            <a:pPr marL="0" indent="0" algn="l">
              <a:lnSpc>
                <a:spcPct val="175000"/>
              </a:lnSpc>
              <a:buNone/>
            </a:pPr>
            <a:r>
              <a:rPr lang="en-US" sz="1950" dirty="0">
                <a:solidFill>
                  <a:srgbClr val="FFFFFF">
                    <a:alpha val="75000"/>
                  </a:srgbClr>
                </a:solidFill>
                <a:latin typeface="Arial" pitchFamily="34" charset="0"/>
                <a:ea typeface="Arial" pitchFamily="34" charset="-122"/>
                <a:cs typeface="Arial" pitchFamily="34" charset="-120"/>
              </a:rPr>
              <a:t>페스티벌의 </a:t>
            </a:r>
            <a:r>
              <a:rPr lang="en-US" sz="1950" b="1" dirty="0">
                <a:solidFill>
                  <a:srgbClr val="F5C518"/>
                </a:solidFill>
                <a:latin typeface="Arial" pitchFamily="34" charset="0"/>
                <a:ea typeface="Arial" pitchFamily="34" charset="-122"/>
                <a:cs typeface="Arial" pitchFamily="34" charset="-120"/>
              </a:rPr>
              <a:t>예매부터 현장 주문, 관제, 정산 </a:t>
            </a:r>
            <a:r>
              <a:rPr lang="en-US" sz="1950" dirty="0">
                <a:solidFill>
                  <a:srgbClr val="FFFFFF">
                    <a:alpha val="75000"/>
                  </a:srgbClr>
                </a:solidFill>
                <a:latin typeface="Arial" pitchFamily="34" charset="0"/>
                <a:ea typeface="Arial" pitchFamily="34" charset="-122"/>
                <a:cs typeface="Arial" pitchFamily="34" charset="-120"/>
              </a:rPr>
              <a:t>까지 모든 여정을 </a:t>
            </a:r>
            <a:r>
              <a:rPr lang="en-US" sz="1950" dirty="0" err="1">
                <a:solidFill>
                  <a:srgbClr val="FFFFFF">
                    <a:alpha val="75000"/>
                  </a:srgbClr>
                </a:solidFill>
                <a:latin typeface="Arial" pitchFamily="34" charset="0"/>
                <a:ea typeface="Arial" pitchFamily="34" charset="-122"/>
                <a:cs typeface="Arial" pitchFamily="34" charset="-120"/>
              </a:rPr>
              <a:t>하나의</a:t>
            </a:r>
            <a:r>
              <a:rPr lang="en-US" sz="1950" dirty="0">
                <a:solidFill>
                  <a:srgbClr val="FFFFFF">
                    <a:alpha val="75000"/>
                  </a:srgbClr>
                </a:solidFill>
                <a:latin typeface="Arial" pitchFamily="34" charset="0"/>
                <a:ea typeface="Arial" pitchFamily="34" charset="-122"/>
                <a:cs typeface="Arial" pitchFamily="34" charset="-120"/>
              </a:rPr>
              <a:t> </a:t>
            </a:r>
            <a:br>
              <a:rPr lang="en-US" sz="1950" dirty="0">
                <a:solidFill>
                  <a:srgbClr val="FFFFFF">
                    <a:alpha val="75000"/>
                  </a:srgbClr>
                </a:solidFill>
                <a:latin typeface="Arial" pitchFamily="34" charset="0"/>
                <a:ea typeface="Arial" pitchFamily="34" charset="-122"/>
                <a:cs typeface="Arial" pitchFamily="34" charset="-120"/>
              </a:rPr>
            </a:br>
            <a:r>
              <a:rPr lang="en-US" sz="1950" dirty="0" err="1">
                <a:solidFill>
                  <a:srgbClr val="FFFFFF">
                    <a:alpha val="75000"/>
                  </a:srgbClr>
                </a:solidFill>
                <a:latin typeface="Arial" pitchFamily="34" charset="0"/>
                <a:ea typeface="Arial" pitchFamily="34" charset="-122"/>
                <a:cs typeface="Arial" pitchFamily="34" charset="-120"/>
              </a:rPr>
              <a:t>플랫폼에서</a:t>
            </a:r>
            <a:r>
              <a:rPr lang="en-US" sz="1950" dirty="0">
                <a:solidFill>
                  <a:srgbClr val="FFFFFF">
                    <a:alpha val="75000"/>
                  </a:srgbClr>
                </a:solidFill>
                <a:latin typeface="Arial" pitchFamily="34" charset="0"/>
                <a:ea typeface="Arial" pitchFamily="34" charset="-122"/>
                <a:cs typeface="Arial" pitchFamily="34" charset="-120"/>
              </a:rPr>
              <a:t> 원스톱으로 관리하는 </a:t>
            </a:r>
            <a:r>
              <a:rPr lang="en-US" sz="1950" b="1" dirty="0">
                <a:solidFill>
                  <a:srgbClr val="F5C518"/>
                </a:solidFill>
                <a:latin typeface="Arial" pitchFamily="34" charset="0"/>
                <a:ea typeface="Arial" pitchFamily="34" charset="-122"/>
                <a:cs typeface="Arial" pitchFamily="34" charset="-120"/>
              </a:rPr>
              <a:t>축제 올인원 O2O 하이브리드 플랫폼</a:t>
            </a:r>
            <a:endParaRPr lang="en-US" sz="1950" dirty="0"/>
          </a:p>
        </p:txBody>
      </p:sp>
      <p:grpSp>
        <p:nvGrpSpPr>
          <p:cNvPr id="42" name="그룹 41">
            <a:extLst>
              <a:ext uri="{FF2B5EF4-FFF2-40B4-BE49-F238E27FC236}">
                <a16:creationId xmlns:a16="http://schemas.microsoft.com/office/drawing/2014/main" id="{F68C5725-AD1B-319E-71A8-3EE6C74D7715}"/>
              </a:ext>
            </a:extLst>
          </p:cNvPr>
          <p:cNvGrpSpPr/>
          <p:nvPr/>
        </p:nvGrpSpPr>
        <p:grpSpPr>
          <a:xfrm>
            <a:off x="1308100" y="4746562"/>
            <a:ext cx="1630263" cy="482600"/>
            <a:chOff x="1308100" y="5468938"/>
            <a:chExt cx="1630263" cy="482600"/>
          </a:xfrm>
        </p:grpSpPr>
        <p:sp>
          <p:nvSpPr>
            <p:cNvPr id="10" name="Shape 6"/>
            <p:cNvSpPr/>
            <p:nvPr/>
          </p:nvSpPr>
          <p:spPr>
            <a:xfrm>
              <a:off x="1308100" y="5468938"/>
              <a:ext cx="1630263" cy="444500"/>
            </a:xfrm>
            <a:prstGeom prst="roundRect">
              <a:avLst>
                <a:gd name="adj" fmla="val 50000"/>
              </a:avLst>
            </a:prstGeom>
            <a:solidFill>
              <a:srgbClr val="F5C518">
                <a:alpha val="12000"/>
              </a:srgbClr>
            </a:solidFill>
            <a:ln/>
          </p:spPr>
          <p:txBody>
            <a:bodyPr/>
            <a:lstStyle/>
            <a:p>
              <a:endParaRPr lang="ko-KR" altLang="en-US"/>
            </a:p>
          </p:txBody>
        </p:sp>
        <p:sp>
          <p:nvSpPr>
            <p:cNvPr id="11" name="Text 7"/>
            <p:cNvSpPr/>
            <p:nvPr/>
          </p:nvSpPr>
          <p:spPr>
            <a:xfrm>
              <a:off x="1498600" y="5583238"/>
              <a:ext cx="1401663" cy="36830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5C518"/>
                  </a:solidFill>
                  <a:latin typeface="Arial" pitchFamily="34" charset="0"/>
                  <a:ea typeface="Arial" pitchFamily="34" charset="-122"/>
                  <a:cs typeface="Arial" pitchFamily="34" charset="-120"/>
                </a:rPr>
                <a:t>실시간 동기화</a:t>
              </a:r>
              <a:endParaRPr lang="en-US" sz="1800" dirty="0"/>
            </a:p>
          </p:txBody>
        </p:sp>
      </p:grpSp>
      <p:grpSp>
        <p:nvGrpSpPr>
          <p:cNvPr id="41" name="그룹 40">
            <a:extLst>
              <a:ext uri="{FF2B5EF4-FFF2-40B4-BE49-F238E27FC236}">
                <a16:creationId xmlns:a16="http://schemas.microsoft.com/office/drawing/2014/main" id="{DB919BDB-9BF2-38F4-A492-2EE8F87D86DF}"/>
              </a:ext>
            </a:extLst>
          </p:cNvPr>
          <p:cNvGrpSpPr/>
          <p:nvPr/>
        </p:nvGrpSpPr>
        <p:grpSpPr>
          <a:xfrm>
            <a:off x="3033613" y="4746562"/>
            <a:ext cx="1271786" cy="444500"/>
            <a:chOff x="3033613" y="5468938"/>
            <a:chExt cx="1271786" cy="444500"/>
          </a:xfrm>
        </p:grpSpPr>
        <p:sp>
          <p:nvSpPr>
            <p:cNvPr id="12" name="Shape 8"/>
            <p:cNvSpPr/>
            <p:nvPr/>
          </p:nvSpPr>
          <p:spPr>
            <a:xfrm>
              <a:off x="3033613" y="5468938"/>
              <a:ext cx="1271786" cy="444500"/>
            </a:xfrm>
            <a:prstGeom prst="roundRect">
              <a:avLst>
                <a:gd name="adj" fmla="val 50000"/>
              </a:avLst>
            </a:prstGeom>
            <a:solidFill>
              <a:srgbClr val="22D3C0">
                <a:alpha val="12000"/>
              </a:srgbClr>
            </a:solidFill>
            <a:ln/>
          </p:spPr>
          <p:txBody>
            <a:bodyPr/>
            <a:lstStyle/>
            <a:p>
              <a:endParaRPr lang="ko-KR" altLang="en-US"/>
            </a:p>
          </p:txBody>
        </p:sp>
        <p:sp>
          <p:nvSpPr>
            <p:cNvPr id="13" name="Text 9"/>
            <p:cNvSpPr/>
            <p:nvPr/>
          </p:nvSpPr>
          <p:spPr>
            <a:xfrm>
              <a:off x="3166963" y="5545138"/>
              <a:ext cx="1043186" cy="368300"/>
            </a:xfrm>
            <a:prstGeom prst="rect">
              <a:avLst/>
            </a:prstGeom>
            <a:noFill/>
            <a:ln/>
          </p:spPr>
          <p:txBody>
            <a:bodyPr wrap="square" lIns="25400" tIns="25400" rIns="25400" bIns="25400" rtlCol="0" anchor="t">
              <a:normAutofit fontScale="92500"/>
            </a:bodyPr>
            <a:lstStyle/>
            <a:p>
              <a:pPr marL="0" indent="0" algn="l">
                <a:buNone/>
              </a:pPr>
              <a:r>
                <a:rPr lang="en-US" sz="1800" b="1" dirty="0">
                  <a:solidFill>
                    <a:srgbClr val="22D3C0"/>
                  </a:solidFill>
                  <a:latin typeface="Arial" pitchFamily="34" charset="0"/>
                  <a:ea typeface="Arial" pitchFamily="34" charset="-122"/>
                  <a:cs typeface="Arial" pitchFamily="34" charset="-120"/>
                </a:rPr>
                <a:t>O2O 통합</a:t>
              </a:r>
              <a:endParaRPr lang="en-US" sz="1800" dirty="0"/>
            </a:p>
          </p:txBody>
        </p:sp>
      </p:grpSp>
      <p:grpSp>
        <p:nvGrpSpPr>
          <p:cNvPr id="40" name="그룹 39">
            <a:extLst>
              <a:ext uri="{FF2B5EF4-FFF2-40B4-BE49-F238E27FC236}">
                <a16:creationId xmlns:a16="http://schemas.microsoft.com/office/drawing/2014/main" id="{8068C227-F9BD-B56B-DB5C-7B089C9C43E5}"/>
              </a:ext>
            </a:extLst>
          </p:cNvPr>
          <p:cNvGrpSpPr/>
          <p:nvPr/>
        </p:nvGrpSpPr>
        <p:grpSpPr>
          <a:xfrm>
            <a:off x="4400649" y="4746562"/>
            <a:ext cx="1209576" cy="444500"/>
            <a:chOff x="4400649" y="5468938"/>
            <a:chExt cx="1209576" cy="444500"/>
          </a:xfrm>
        </p:grpSpPr>
        <p:sp>
          <p:nvSpPr>
            <p:cNvPr id="14" name="Shape 10"/>
            <p:cNvSpPr/>
            <p:nvPr/>
          </p:nvSpPr>
          <p:spPr>
            <a:xfrm>
              <a:off x="4400649" y="5468938"/>
              <a:ext cx="1209576" cy="444500"/>
            </a:xfrm>
            <a:prstGeom prst="roundRect">
              <a:avLst>
                <a:gd name="adj" fmla="val 50000"/>
              </a:avLst>
            </a:prstGeom>
            <a:solidFill>
              <a:srgbClr val="F5C518">
                <a:alpha val="12000"/>
              </a:srgbClr>
            </a:solidFill>
            <a:ln/>
          </p:spPr>
          <p:txBody>
            <a:bodyPr/>
            <a:lstStyle/>
            <a:p>
              <a:endParaRPr lang="ko-KR" altLang="en-US"/>
            </a:p>
          </p:txBody>
        </p:sp>
        <p:sp>
          <p:nvSpPr>
            <p:cNvPr id="15" name="Text 11"/>
            <p:cNvSpPr/>
            <p:nvPr/>
          </p:nvSpPr>
          <p:spPr>
            <a:xfrm>
              <a:off x="4504521" y="5545138"/>
              <a:ext cx="980976" cy="368300"/>
            </a:xfrm>
            <a:prstGeom prst="rect">
              <a:avLst/>
            </a:prstGeom>
            <a:noFill/>
            <a:ln/>
          </p:spPr>
          <p:txBody>
            <a:bodyPr wrap="square" lIns="25400" tIns="25400" rIns="25400" bIns="25400" rtlCol="0" anchor="t">
              <a:normAutofit fontScale="92500"/>
            </a:bodyPr>
            <a:lstStyle/>
            <a:p>
              <a:pPr marL="0" indent="0" algn="l">
                <a:buNone/>
              </a:pPr>
              <a:r>
                <a:rPr lang="en-US" sz="1800" b="1" dirty="0">
                  <a:solidFill>
                    <a:srgbClr val="F5C518"/>
                  </a:solidFill>
                  <a:latin typeface="Arial" pitchFamily="34" charset="0"/>
                  <a:ea typeface="Arial" pitchFamily="34" charset="-122"/>
                  <a:cs typeface="Arial" pitchFamily="34" charset="-120"/>
                </a:rPr>
                <a:t>보안 강화</a:t>
              </a:r>
              <a:endParaRPr lang="en-US" sz="1800" dirty="0"/>
            </a:p>
          </p:txBody>
        </p:sp>
      </p:grpSp>
      <p:sp>
        <p:nvSpPr>
          <p:cNvPr id="16" name="Shape 12">
            <a:extLst>
              <a:ext uri="{C183D7F6-B498-43B3-948B-1728B52AA6E4}">
                <adec:decorative xmlns:adec="http://schemas.microsoft.com/office/drawing/2017/decorative" val="1"/>
              </a:ext>
            </a:extLst>
          </p:cNvPr>
          <p:cNvSpPr/>
          <p:nvPr/>
        </p:nvSpPr>
        <p:spPr>
          <a:xfrm>
            <a:off x="9859863" y="2162175"/>
            <a:ext cx="7513638" cy="1774031"/>
          </a:xfrm>
          <a:prstGeom prst="roundRect">
            <a:avLst>
              <a:gd name="adj" fmla="val 8591"/>
            </a:avLst>
          </a:prstGeom>
          <a:solidFill>
            <a:srgbClr val="FFFFFF">
              <a:alpha val="7000"/>
            </a:srgbClr>
          </a:solidFill>
          <a:ln/>
        </p:spPr>
        <p:txBody>
          <a:bodyPr/>
          <a:lstStyle/>
          <a:p>
            <a:endParaRPr lang="ko-KR" altLang="en-US"/>
          </a:p>
        </p:txBody>
      </p:sp>
      <p:sp>
        <p:nvSpPr>
          <p:cNvPr id="17" name="Shape 13">
            <a:extLst>
              <a:ext uri="{C183D7F6-B498-43B3-948B-1728B52AA6E4}">
                <adec:decorative xmlns:adec="http://schemas.microsoft.com/office/drawing/2017/decorative" val="1"/>
              </a:ext>
            </a:extLst>
          </p:cNvPr>
          <p:cNvSpPr/>
          <p:nvPr/>
        </p:nvSpPr>
        <p:spPr>
          <a:xfrm>
            <a:off x="9859863" y="3929856"/>
            <a:ext cx="7513638" cy="9525"/>
          </a:xfrm>
          <a:prstGeom prst="rect">
            <a:avLst/>
          </a:prstGeom>
          <a:solidFill>
            <a:srgbClr val="FFFFFF">
              <a:alpha val="11000"/>
            </a:srgbClr>
          </a:solidFill>
          <a:ln/>
        </p:spPr>
        <p:txBody>
          <a:bodyPr/>
          <a:lstStyle/>
          <a:p>
            <a:endParaRPr lang="ko-KR" altLang="en-US"/>
          </a:p>
        </p:txBody>
      </p:sp>
      <p:sp>
        <p:nvSpPr>
          <p:cNvPr id="18" name="Shape 14">
            <a:extLst>
              <a:ext uri="{C183D7F6-B498-43B3-948B-1728B52AA6E4}">
                <adec:decorative xmlns:adec="http://schemas.microsoft.com/office/drawing/2017/decorative" val="1"/>
              </a:ext>
            </a:extLst>
          </p:cNvPr>
          <p:cNvSpPr/>
          <p:nvPr/>
        </p:nvSpPr>
        <p:spPr>
          <a:xfrm>
            <a:off x="9859863" y="2162175"/>
            <a:ext cx="7513638" cy="9525"/>
          </a:xfrm>
          <a:prstGeom prst="rect">
            <a:avLst/>
          </a:prstGeom>
          <a:solidFill>
            <a:srgbClr val="FFFFFF">
              <a:alpha val="11000"/>
            </a:srgbClr>
          </a:solidFill>
          <a:ln/>
        </p:spPr>
        <p:txBody>
          <a:bodyPr/>
          <a:lstStyle/>
          <a:p>
            <a:endParaRPr lang="ko-KR" altLang="en-US"/>
          </a:p>
        </p:txBody>
      </p:sp>
      <p:sp>
        <p:nvSpPr>
          <p:cNvPr id="19" name="Shape 15">
            <a:extLst>
              <a:ext uri="{C183D7F6-B498-43B3-948B-1728B52AA6E4}">
                <adec:decorative xmlns:adec="http://schemas.microsoft.com/office/drawing/2017/decorative" val="1"/>
              </a:ext>
            </a:extLst>
          </p:cNvPr>
          <p:cNvSpPr/>
          <p:nvPr/>
        </p:nvSpPr>
        <p:spPr>
          <a:xfrm>
            <a:off x="9859863" y="2162175"/>
            <a:ext cx="38100" cy="1774031"/>
          </a:xfrm>
          <a:prstGeom prst="rect">
            <a:avLst/>
          </a:prstGeom>
          <a:solidFill>
            <a:srgbClr val="F5C518"/>
          </a:solidFill>
          <a:ln/>
        </p:spPr>
        <p:txBody>
          <a:bodyPr/>
          <a:lstStyle/>
          <a:p>
            <a:endParaRPr lang="ko-KR" altLang="en-US"/>
          </a:p>
        </p:txBody>
      </p:sp>
      <p:sp>
        <p:nvSpPr>
          <p:cNvPr id="20" name="Shape 16">
            <a:extLst>
              <a:ext uri="{C183D7F6-B498-43B3-948B-1728B52AA6E4}">
                <adec:decorative xmlns:adec="http://schemas.microsoft.com/office/drawing/2017/decorative" val="1"/>
              </a:ext>
            </a:extLst>
          </p:cNvPr>
          <p:cNvSpPr/>
          <p:nvPr/>
        </p:nvSpPr>
        <p:spPr>
          <a:xfrm>
            <a:off x="17367151" y="2162175"/>
            <a:ext cx="9525" cy="1774031"/>
          </a:xfrm>
          <a:prstGeom prst="rect">
            <a:avLst/>
          </a:prstGeom>
          <a:solidFill>
            <a:srgbClr val="FFFFFF">
              <a:alpha val="11000"/>
            </a:srgbClr>
          </a:solidFill>
          <a:ln/>
        </p:spPr>
        <p:txBody>
          <a:bodyPr/>
          <a:lstStyle/>
          <a:p>
            <a:endParaRPr lang="ko-KR" alt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64663" y="2517775"/>
            <a:ext cx="209550" cy="209550"/>
          </a:xfrm>
          <a:prstGeom prst="rect">
            <a:avLst/>
          </a:prstGeom>
        </p:spPr>
      </p:pic>
      <p:sp>
        <p:nvSpPr>
          <p:cNvPr id="22" name="Text 17"/>
          <p:cNvSpPr/>
          <p:nvPr/>
        </p:nvSpPr>
        <p:spPr>
          <a:xfrm>
            <a:off x="10488513" y="2416175"/>
            <a:ext cx="1207195"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문제 인식</a:t>
            </a:r>
            <a:endParaRPr lang="en-US" sz="2250" dirty="0"/>
          </a:p>
        </p:txBody>
      </p:sp>
      <p:sp>
        <p:nvSpPr>
          <p:cNvPr id="23" name="Text 18"/>
          <p:cNvSpPr/>
          <p:nvPr/>
        </p:nvSpPr>
        <p:spPr>
          <a:xfrm>
            <a:off x="10164663" y="2905125"/>
            <a:ext cx="714386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sz="1800" dirty="0">
                <a:solidFill>
                  <a:srgbClr val="FFFFFF">
                    <a:alpha val="55000"/>
                  </a:srgbClr>
                </a:solidFill>
                <a:latin typeface="Arial" pitchFamily="34" charset="0"/>
                <a:ea typeface="Arial" pitchFamily="34" charset="-122"/>
                <a:cs typeface="Arial" pitchFamily="34" charset="-120"/>
              </a:rPr>
              <a:t>기존 축제는 예매·현장주문·정산이 분리 운영되어 주최자와 참가자 모두 불편함을 겪음</a:t>
            </a:r>
            <a:endParaRPr lang="en-US" sz="1800" dirty="0"/>
          </a:p>
        </p:txBody>
      </p:sp>
      <p:sp>
        <p:nvSpPr>
          <p:cNvPr id="24" name="Shape 19">
            <a:extLst>
              <a:ext uri="{C183D7F6-B498-43B3-948B-1728B52AA6E4}">
                <adec:decorative xmlns:adec="http://schemas.microsoft.com/office/drawing/2017/decorative" val="1"/>
              </a:ext>
            </a:extLst>
          </p:cNvPr>
          <p:cNvSpPr/>
          <p:nvPr/>
        </p:nvSpPr>
        <p:spPr>
          <a:xfrm>
            <a:off x="9859863" y="4088606"/>
            <a:ext cx="7513638" cy="1774031"/>
          </a:xfrm>
          <a:prstGeom prst="roundRect">
            <a:avLst>
              <a:gd name="adj" fmla="val 8591"/>
            </a:avLst>
          </a:prstGeom>
          <a:solidFill>
            <a:srgbClr val="FFFFFF">
              <a:alpha val="7000"/>
            </a:srgbClr>
          </a:solidFill>
          <a:ln/>
        </p:spPr>
        <p:txBody>
          <a:bodyPr/>
          <a:lstStyle/>
          <a:p>
            <a:endParaRPr lang="ko-KR" altLang="en-US"/>
          </a:p>
        </p:txBody>
      </p:sp>
      <p:sp>
        <p:nvSpPr>
          <p:cNvPr id="25" name="Shape 20">
            <a:extLst>
              <a:ext uri="{C183D7F6-B498-43B3-948B-1728B52AA6E4}">
                <adec:decorative xmlns:adec="http://schemas.microsoft.com/office/drawing/2017/decorative" val="1"/>
              </a:ext>
            </a:extLst>
          </p:cNvPr>
          <p:cNvSpPr/>
          <p:nvPr/>
        </p:nvSpPr>
        <p:spPr>
          <a:xfrm>
            <a:off x="9859863" y="5856287"/>
            <a:ext cx="7513638" cy="9525"/>
          </a:xfrm>
          <a:prstGeom prst="rect">
            <a:avLst/>
          </a:prstGeom>
          <a:solidFill>
            <a:srgbClr val="FFFFFF">
              <a:alpha val="11000"/>
            </a:srgbClr>
          </a:solidFill>
          <a:ln/>
        </p:spPr>
        <p:txBody>
          <a:bodyPr/>
          <a:lstStyle/>
          <a:p>
            <a:endParaRPr lang="ko-KR" altLang="en-US"/>
          </a:p>
        </p:txBody>
      </p:sp>
      <p:sp>
        <p:nvSpPr>
          <p:cNvPr id="26" name="Shape 21">
            <a:extLst>
              <a:ext uri="{C183D7F6-B498-43B3-948B-1728B52AA6E4}">
                <adec:decorative xmlns:adec="http://schemas.microsoft.com/office/drawing/2017/decorative" val="1"/>
              </a:ext>
            </a:extLst>
          </p:cNvPr>
          <p:cNvSpPr/>
          <p:nvPr/>
        </p:nvSpPr>
        <p:spPr>
          <a:xfrm>
            <a:off x="9859863" y="4088606"/>
            <a:ext cx="7513638" cy="9525"/>
          </a:xfrm>
          <a:prstGeom prst="rect">
            <a:avLst/>
          </a:prstGeom>
          <a:solidFill>
            <a:srgbClr val="FFFFFF">
              <a:alpha val="11000"/>
            </a:srgbClr>
          </a:solidFill>
          <a:ln/>
        </p:spPr>
        <p:txBody>
          <a:bodyPr/>
          <a:lstStyle/>
          <a:p>
            <a:endParaRPr lang="ko-KR" altLang="en-US"/>
          </a:p>
        </p:txBody>
      </p:sp>
      <p:sp>
        <p:nvSpPr>
          <p:cNvPr id="27" name="Shape 22">
            <a:extLst>
              <a:ext uri="{C183D7F6-B498-43B3-948B-1728B52AA6E4}">
                <adec:decorative xmlns:adec="http://schemas.microsoft.com/office/drawing/2017/decorative" val="1"/>
              </a:ext>
            </a:extLst>
          </p:cNvPr>
          <p:cNvSpPr/>
          <p:nvPr/>
        </p:nvSpPr>
        <p:spPr>
          <a:xfrm>
            <a:off x="9859863" y="4088606"/>
            <a:ext cx="38100" cy="1774031"/>
          </a:xfrm>
          <a:prstGeom prst="rect">
            <a:avLst/>
          </a:prstGeom>
          <a:solidFill>
            <a:srgbClr val="22D3C0"/>
          </a:solidFill>
          <a:ln/>
        </p:spPr>
        <p:txBody>
          <a:bodyPr/>
          <a:lstStyle/>
          <a:p>
            <a:endParaRPr lang="ko-KR" altLang="en-US"/>
          </a:p>
        </p:txBody>
      </p:sp>
      <p:sp>
        <p:nvSpPr>
          <p:cNvPr id="28" name="Shape 23">
            <a:extLst>
              <a:ext uri="{C183D7F6-B498-43B3-948B-1728B52AA6E4}">
                <adec:decorative xmlns:adec="http://schemas.microsoft.com/office/drawing/2017/decorative" val="1"/>
              </a:ext>
            </a:extLst>
          </p:cNvPr>
          <p:cNvSpPr/>
          <p:nvPr/>
        </p:nvSpPr>
        <p:spPr>
          <a:xfrm>
            <a:off x="17367151" y="4088606"/>
            <a:ext cx="9525" cy="1774031"/>
          </a:xfrm>
          <a:prstGeom prst="rect">
            <a:avLst/>
          </a:prstGeom>
          <a:solidFill>
            <a:srgbClr val="FFFFFF">
              <a:alpha val="11000"/>
            </a:srgbClr>
          </a:solidFill>
          <a:ln/>
        </p:spPr>
        <p:txBody>
          <a:bodyPr/>
          <a:lstStyle/>
          <a:p>
            <a:endParaRPr lang="ko-KR" altLang="en-US"/>
          </a:p>
        </p:txBody>
      </p:sp>
      <p:pic>
        <p:nvPicPr>
          <p:cNvPr id="2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64663" y="4444206"/>
            <a:ext cx="209550" cy="209550"/>
          </a:xfrm>
          <a:prstGeom prst="rect">
            <a:avLst/>
          </a:prstGeom>
        </p:spPr>
      </p:pic>
      <p:sp>
        <p:nvSpPr>
          <p:cNvPr id="30" name="Text 24"/>
          <p:cNvSpPr/>
          <p:nvPr/>
        </p:nvSpPr>
        <p:spPr>
          <a:xfrm>
            <a:off x="10488513" y="4342606"/>
            <a:ext cx="1822430"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우리의 해결책</a:t>
            </a:r>
            <a:endParaRPr lang="en-US" sz="2250" dirty="0"/>
          </a:p>
        </p:txBody>
      </p:sp>
      <p:sp>
        <p:nvSpPr>
          <p:cNvPr id="31" name="Text 25"/>
          <p:cNvSpPr/>
          <p:nvPr/>
        </p:nvSpPr>
        <p:spPr>
          <a:xfrm>
            <a:off x="10164663" y="4831556"/>
            <a:ext cx="7134336"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sz="1800" dirty="0">
                <a:solidFill>
                  <a:srgbClr val="FFFFFF">
                    <a:alpha val="55000"/>
                  </a:srgbClr>
                </a:solidFill>
                <a:latin typeface="Arial" pitchFamily="34" charset="0"/>
                <a:ea typeface="Arial" pitchFamily="34" charset="-122"/>
                <a:cs typeface="Arial" pitchFamily="34" charset="-120"/>
              </a:rPr>
              <a:t>티켓팅 · 현장주문 · 전자지갑 · 실시간 관제 · 정산을 하나의 </a:t>
            </a:r>
            <a:r>
              <a:rPr lang="en-US" sz="1800" dirty="0" err="1">
                <a:solidFill>
                  <a:srgbClr val="FFFFFF">
                    <a:alpha val="55000"/>
                  </a:srgbClr>
                </a:solidFill>
                <a:latin typeface="Arial" pitchFamily="34" charset="0"/>
                <a:ea typeface="Arial" pitchFamily="34" charset="-122"/>
                <a:cs typeface="Arial" pitchFamily="34" charset="-120"/>
              </a:rPr>
              <a:t>플랫폼으로</a:t>
            </a:r>
            <a:r>
              <a:rPr lang="en-US" sz="1800" dirty="0">
                <a:solidFill>
                  <a:srgbClr val="FFFFFF">
                    <a:alpha val="55000"/>
                  </a:srgbClr>
                </a:solidFill>
                <a:latin typeface="Arial" pitchFamily="34" charset="0"/>
                <a:ea typeface="Arial" pitchFamily="34" charset="-122"/>
                <a:cs typeface="Arial" pitchFamily="34" charset="-120"/>
              </a:rPr>
              <a:t> </a:t>
            </a:r>
            <a:br>
              <a:rPr lang="en-US" sz="1800" dirty="0">
                <a:solidFill>
                  <a:srgbClr val="FFFFFF">
                    <a:alpha val="55000"/>
                  </a:srgbClr>
                </a:solidFill>
                <a:latin typeface="Arial" pitchFamily="34" charset="0"/>
                <a:ea typeface="Arial" pitchFamily="34" charset="-122"/>
                <a:cs typeface="Arial" pitchFamily="34" charset="-120"/>
              </a:rPr>
            </a:br>
            <a:r>
              <a:rPr lang="en-US" sz="1800" dirty="0" err="1">
                <a:solidFill>
                  <a:srgbClr val="FFFFFF">
                    <a:alpha val="55000"/>
                  </a:srgbClr>
                </a:solidFill>
                <a:latin typeface="Arial" pitchFamily="34" charset="0"/>
                <a:ea typeface="Arial" pitchFamily="34" charset="-122"/>
                <a:cs typeface="Arial" pitchFamily="34" charset="-120"/>
              </a:rPr>
              <a:t>완전</a:t>
            </a:r>
            <a:r>
              <a:rPr lang="en-US" sz="1800" dirty="0">
                <a:solidFill>
                  <a:srgbClr val="FFFFFF">
                    <a:alpha val="55000"/>
                  </a:srgbClr>
                </a:solidFill>
                <a:latin typeface="Arial" pitchFamily="34" charset="0"/>
                <a:ea typeface="Arial" pitchFamily="34" charset="-122"/>
                <a:cs typeface="Arial" pitchFamily="34" charset="-120"/>
              </a:rPr>
              <a:t> 통합</a:t>
            </a:r>
            <a:endParaRPr lang="en-US" sz="1800" dirty="0"/>
          </a:p>
        </p:txBody>
      </p:sp>
      <p:sp>
        <p:nvSpPr>
          <p:cNvPr id="32" name="Shape 26">
            <a:extLst>
              <a:ext uri="{C183D7F6-B498-43B3-948B-1728B52AA6E4}">
                <adec:decorative xmlns:adec="http://schemas.microsoft.com/office/drawing/2017/decorative" val="1"/>
              </a:ext>
            </a:extLst>
          </p:cNvPr>
          <p:cNvSpPr/>
          <p:nvPr/>
        </p:nvSpPr>
        <p:spPr>
          <a:xfrm>
            <a:off x="9859863" y="6015038"/>
            <a:ext cx="7513638" cy="1774031"/>
          </a:xfrm>
          <a:prstGeom prst="roundRect">
            <a:avLst>
              <a:gd name="adj" fmla="val 8591"/>
            </a:avLst>
          </a:prstGeom>
          <a:solidFill>
            <a:srgbClr val="FFFFFF">
              <a:alpha val="7000"/>
            </a:srgbClr>
          </a:solidFill>
          <a:ln/>
        </p:spPr>
        <p:txBody>
          <a:bodyPr/>
          <a:lstStyle/>
          <a:p>
            <a:endParaRPr lang="ko-KR" altLang="en-US"/>
          </a:p>
        </p:txBody>
      </p:sp>
      <p:sp>
        <p:nvSpPr>
          <p:cNvPr id="33" name="Shape 27">
            <a:extLst>
              <a:ext uri="{C183D7F6-B498-43B3-948B-1728B52AA6E4}">
                <adec:decorative xmlns:adec="http://schemas.microsoft.com/office/drawing/2017/decorative" val="1"/>
              </a:ext>
            </a:extLst>
          </p:cNvPr>
          <p:cNvSpPr/>
          <p:nvPr/>
        </p:nvSpPr>
        <p:spPr>
          <a:xfrm>
            <a:off x="9859863" y="7782719"/>
            <a:ext cx="7513638" cy="9525"/>
          </a:xfrm>
          <a:prstGeom prst="rect">
            <a:avLst/>
          </a:prstGeom>
          <a:solidFill>
            <a:srgbClr val="FFFFFF">
              <a:alpha val="11000"/>
            </a:srgbClr>
          </a:solidFill>
          <a:ln/>
        </p:spPr>
        <p:txBody>
          <a:bodyPr/>
          <a:lstStyle/>
          <a:p>
            <a:endParaRPr lang="ko-KR" altLang="en-US"/>
          </a:p>
        </p:txBody>
      </p:sp>
      <p:sp>
        <p:nvSpPr>
          <p:cNvPr id="34" name="Shape 28">
            <a:extLst>
              <a:ext uri="{C183D7F6-B498-43B3-948B-1728B52AA6E4}">
                <adec:decorative xmlns:adec="http://schemas.microsoft.com/office/drawing/2017/decorative" val="1"/>
              </a:ext>
            </a:extLst>
          </p:cNvPr>
          <p:cNvSpPr/>
          <p:nvPr/>
        </p:nvSpPr>
        <p:spPr>
          <a:xfrm>
            <a:off x="9859863" y="6015038"/>
            <a:ext cx="7513638" cy="9525"/>
          </a:xfrm>
          <a:prstGeom prst="rect">
            <a:avLst/>
          </a:prstGeom>
          <a:solidFill>
            <a:srgbClr val="FFFFFF">
              <a:alpha val="11000"/>
            </a:srgbClr>
          </a:solidFill>
          <a:ln/>
        </p:spPr>
        <p:txBody>
          <a:bodyPr/>
          <a:lstStyle/>
          <a:p>
            <a:endParaRPr lang="ko-KR" altLang="en-US"/>
          </a:p>
        </p:txBody>
      </p:sp>
      <p:sp>
        <p:nvSpPr>
          <p:cNvPr id="35" name="Shape 29">
            <a:extLst>
              <a:ext uri="{C183D7F6-B498-43B3-948B-1728B52AA6E4}">
                <adec:decorative xmlns:adec="http://schemas.microsoft.com/office/drawing/2017/decorative" val="1"/>
              </a:ext>
            </a:extLst>
          </p:cNvPr>
          <p:cNvSpPr/>
          <p:nvPr/>
        </p:nvSpPr>
        <p:spPr>
          <a:xfrm>
            <a:off x="9859863" y="6015038"/>
            <a:ext cx="38100" cy="1774031"/>
          </a:xfrm>
          <a:prstGeom prst="rect">
            <a:avLst/>
          </a:prstGeom>
          <a:solidFill>
            <a:srgbClr val="F5C518"/>
          </a:solidFill>
          <a:ln/>
        </p:spPr>
        <p:txBody>
          <a:bodyPr/>
          <a:lstStyle/>
          <a:p>
            <a:endParaRPr lang="ko-KR" altLang="en-US"/>
          </a:p>
        </p:txBody>
      </p:sp>
      <p:sp>
        <p:nvSpPr>
          <p:cNvPr id="36" name="Shape 30">
            <a:extLst>
              <a:ext uri="{C183D7F6-B498-43B3-948B-1728B52AA6E4}">
                <adec:decorative xmlns:adec="http://schemas.microsoft.com/office/drawing/2017/decorative" val="1"/>
              </a:ext>
            </a:extLst>
          </p:cNvPr>
          <p:cNvSpPr/>
          <p:nvPr/>
        </p:nvSpPr>
        <p:spPr>
          <a:xfrm>
            <a:off x="17367151" y="6015038"/>
            <a:ext cx="9525" cy="1774031"/>
          </a:xfrm>
          <a:prstGeom prst="rect">
            <a:avLst/>
          </a:prstGeom>
          <a:solidFill>
            <a:srgbClr val="FFFFFF">
              <a:alpha val="11000"/>
            </a:srgbClr>
          </a:solidFill>
          <a:ln/>
        </p:spPr>
        <p:txBody>
          <a:bodyPr/>
          <a:lstStyle/>
          <a:p>
            <a:endParaRPr lang="ko-KR" altLang="en-US"/>
          </a:p>
        </p:txBody>
      </p:sp>
      <p:pic>
        <p:nvPicPr>
          <p:cNvPr id="3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64663" y="6370638"/>
            <a:ext cx="209550" cy="209550"/>
          </a:xfrm>
          <a:prstGeom prst="rect">
            <a:avLst/>
          </a:prstGeom>
        </p:spPr>
      </p:pic>
      <p:sp>
        <p:nvSpPr>
          <p:cNvPr id="38" name="Text 31"/>
          <p:cNvSpPr/>
          <p:nvPr/>
        </p:nvSpPr>
        <p:spPr>
          <a:xfrm>
            <a:off x="10488513" y="6269038"/>
            <a:ext cx="1207195"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핵심 가치</a:t>
            </a:r>
            <a:endParaRPr lang="en-US" sz="2250" dirty="0"/>
          </a:p>
        </p:txBody>
      </p:sp>
      <p:sp>
        <p:nvSpPr>
          <p:cNvPr id="39" name="Text 32"/>
          <p:cNvSpPr/>
          <p:nvPr/>
        </p:nvSpPr>
        <p:spPr>
          <a:xfrm>
            <a:off x="10164663" y="6757988"/>
            <a:ext cx="7143861" cy="815181"/>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FFFFFF">
                    <a:alpha val="55000"/>
                  </a:srgbClr>
                </a:solidFill>
                <a:latin typeface="Arial" pitchFamily="34" charset="0"/>
                <a:ea typeface="Arial" pitchFamily="34" charset="-122"/>
                <a:cs typeface="Arial" pitchFamily="34" charset="-120"/>
              </a:rPr>
              <a:t>실시간 동기화 · 보안 강화 · 오프라인-온라인 연동으로 축제 경험 혁신</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53A5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F5C518">
                  <a:alpha val="100000"/>
                </a:srgbClr>
              </a:gs>
              <a:gs pos="100000">
                <a:srgbClr val="22D3C0">
                  <a:alpha val="100000"/>
                </a:srgbClr>
              </a:gs>
            </a:gsLst>
            <a:lin ang="0" scaled="0"/>
          </a:gradFill>
          <a:ln/>
        </p:spPr>
        <p:txBody>
          <a:bodyPr/>
          <a:lstStyle/>
          <a:p>
            <a:endParaRPr lang="ko-KR" altLang="en-US"/>
          </a:p>
        </p:txBody>
      </p:sp>
      <p:sp>
        <p:nvSpPr>
          <p:cNvPr id="4" name="Text 1"/>
          <p:cNvSpPr/>
          <p:nvPr/>
        </p:nvSpPr>
        <p:spPr>
          <a:xfrm>
            <a:off x="914400" y="1336929"/>
            <a:ext cx="1810512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팀 구성 &amp; 기술 스택</a:t>
            </a:r>
            <a:endParaRPr lang="en-US" sz="5100" dirty="0"/>
          </a:p>
        </p:txBody>
      </p:sp>
      <p:sp>
        <p:nvSpPr>
          <p:cNvPr id="5" name="Shape 2">
            <a:extLst>
              <a:ext uri="{C183D7F6-B498-43B3-948B-1728B52AA6E4}">
                <adec:decorative xmlns:adec="http://schemas.microsoft.com/office/drawing/2017/decorative" val="1"/>
              </a:ext>
            </a:extLst>
          </p:cNvPr>
          <p:cNvSpPr/>
          <p:nvPr/>
        </p:nvSpPr>
        <p:spPr>
          <a:xfrm>
            <a:off x="914400" y="2665095"/>
            <a:ext cx="8115300" cy="3889276"/>
          </a:xfrm>
          <a:prstGeom prst="roundRect">
            <a:avLst>
              <a:gd name="adj" fmla="val 4898"/>
            </a:avLst>
          </a:prstGeom>
          <a:solidFill>
            <a:srgbClr val="F5C518">
              <a:alpha val="6000"/>
            </a:srgbClr>
          </a:solidFill>
          <a:ln w="12700">
            <a:solidFill>
              <a:srgbClr val="F5C518">
                <a:alpha val="15000"/>
              </a:srgbClr>
            </a:solidFill>
            <a:prstDash val="solid"/>
          </a:ln>
        </p:spPr>
        <p:txBody>
          <a:bodyPr/>
          <a:lstStyle/>
          <a:p>
            <a:endParaRPr lang="ko-KR" altLang="en-US"/>
          </a:p>
        </p:txBody>
      </p:sp>
      <p:sp>
        <p:nvSpPr>
          <p:cNvPr id="6" name="Shape 3">
            <a:extLst>
              <a:ext uri="{C183D7F6-B498-43B3-948B-1728B52AA6E4}">
                <adec:decorative xmlns:adec="http://schemas.microsoft.com/office/drawing/2017/decorative" val="1"/>
              </a:ext>
            </a:extLst>
          </p:cNvPr>
          <p:cNvSpPr/>
          <p:nvPr/>
        </p:nvSpPr>
        <p:spPr>
          <a:xfrm>
            <a:off x="1231900" y="3171508"/>
            <a:ext cx="533400" cy="533400"/>
          </a:xfrm>
          <a:prstGeom prst="ellipse">
            <a:avLst/>
          </a:prstGeom>
          <a:gradFill rotWithShape="1">
            <a:gsLst>
              <a:gs pos="0">
                <a:srgbClr val="F5C518">
                  <a:alpha val="100000"/>
                </a:srgbClr>
              </a:gs>
              <a:gs pos="100000">
                <a:srgbClr val="F0A050">
                  <a:alpha val="100000"/>
                </a:srgbClr>
              </a:gs>
            </a:gsLst>
            <a:lin ang="2700000" scaled="0"/>
          </a:gradFill>
          <a:ln/>
        </p:spPr>
        <p:txBody>
          <a:bodyPr/>
          <a:lstStyle/>
          <a:p>
            <a:endParaRPr lang="ko-KR" altLang="en-US"/>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4775" y="3314383"/>
            <a:ext cx="247650" cy="247650"/>
          </a:xfrm>
          <a:prstGeom prst="rect">
            <a:avLst/>
          </a:prstGeom>
        </p:spPr>
      </p:pic>
      <p:sp>
        <p:nvSpPr>
          <p:cNvPr id="8" name="Text 4"/>
          <p:cNvSpPr/>
          <p:nvPr/>
        </p:nvSpPr>
        <p:spPr>
          <a:xfrm>
            <a:off x="1898650" y="2982595"/>
            <a:ext cx="3512691" cy="590550"/>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Arial" pitchFamily="34" charset="0"/>
                <a:ea typeface="Arial" pitchFamily="34" charset="-122"/>
                <a:cs typeface="Arial" pitchFamily="34" charset="-120"/>
              </a:rPr>
              <a:t>오하율</a:t>
            </a:r>
            <a:endParaRPr lang="en-US" sz="3000" dirty="0"/>
          </a:p>
        </p:txBody>
      </p:sp>
      <p:sp>
        <p:nvSpPr>
          <p:cNvPr id="9" name="Text 5"/>
          <p:cNvSpPr/>
          <p:nvPr/>
        </p:nvSpPr>
        <p:spPr>
          <a:xfrm>
            <a:off x="1898650" y="3563620"/>
            <a:ext cx="3512691" cy="3683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Arial" pitchFamily="34" charset="0"/>
                <a:ea typeface="Arial" pitchFamily="34" charset="-122"/>
                <a:cs typeface="Arial" pitchFamily="34" charset="-120"/>
              </a:rPr>
              <a:t>프론트엔드 &amp; QR · 스태프/관리자</a:t>
            </a:r>
            <a:endParaRPr lang="en-US" sz="1800" dirty="0"/>
          </a:p>
        </p:txBody>
      </p:sp>
      <p:sp>
        <p:nvSpPr>
          <p:cNvPr id="10" name="Shape 6">
            <a:extLst>
              <a:ext uri="{C183D7F6-B498-43B3-948B-1728B52AA6E4}">
                <adec:decorative xmlns:adec="http://schemas.microsoft.com/office/drawing/2017/decorative" val="1"/>
              </a:ext>
            </a:extLst>
          </p:cNvPr>
          <p:cNvSpPr/>
          <p:nvPr/>
        </p:nvSpPr>
        <p:spPr>
          <a:xfrm>
            <a:off x="1231900" y="4189095"/>
            <a:ext cx="76200" cy="76200"/>
          </a:xfrm>
          <a:prstGeom prst="ellipse">
            <a:avLst/>
          </a:prstGeom>
          <a:solidFill>
            <a:srgbClr val="F5C518"/>
          </a:solidFill>
          <a:ln/>
        </p:spPr>
        <p:txBody>
          <a:bodyPr/>
          <a:lstStyle/>
          <a:p>
            <a:endParaRPr lang="ko-KR" altLang="en-US"/>
          </a:p>
        </p:txBody>
      </p:sp>
      <p:sp>
        <p:nvSpPr>
          <p:cNvPr id="11" name="Text 7"/>
          <p:cNvSpPr/>
          <p:nvPr/>
        </p:nvSpPr>
        <p:spPr>
          <a:xfrm>
            <a:off x="1422400" y="4084320"/>
            <a:ext cx="5053102"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75000"/>
                  </a:srgbClr>
                </a:solidFill>
                <a:latin typeface="Arial" pitchFamily="34" charset="0"/>
                <a:ea typeface="Arial" pitchFamily="34" charset="-122"/>
                <a:cs typeface="Arial" pitchFamily="34" charset="-120"/>
              </a:rPr>
              <a:t>FESTIO 사용자 포털 &amp; Shop 페이지 프론트엔드</a:t>
            </a:r>
            <a:endParaRPr lang="en-US" sz="1800" dirty="0"/>
          </a:p>
        </p:txBody>
      </p:sp>
      <p:sp>
        <p:nvSpPr>
          <p:cNvPr id="12" name="Shape 8">
            <a:extLst>
              <a:ext uri="{C183D7F6-B498-43B3-948B-1728B52AA6E4}">
                <adec:decorative xmlns:adec="http://schemas.microsoft.com/office/drawing/2017/decorative" val="1"/>
              </a:ext>
            </a:extLst>
          </p:cNvPr>
          <p:cNvSpPr/>
          <p:nvPr/>
        </p:nvSpPr>
        <p:spPr>
          <a:xfrm>
            <a:off x="1231900" y="4638655"/>
            <a:ext cx="76200" cy="76200"/>
          </a:xfrm>
          <a:prstGeom prst="ellipse">
            <a:avLst/>
          </a:prstGeom>
          <a:solidFill>
            <a:srgbClr val="F5C518"/>
          </a:solidFill>
          <a:ln/>
        </p:spPr>
        <p:txBody>
          <a:bodyPr/>
          <a:lstStyle/>
          <a:p>
            <a:endParaRPr lang="ko-KR" altLang="en-US"/>
          </a:p>
        </p:txBody>
      </p:sp>
      <p:sp>
        <p:nvSpPr>
          <p:cNvPr id="13" name="Text 9"/>
          <p:cNvSpPr/>
          <p:nvPr/>
        </p:nvSpPr>
        <p:spPr>
          <a:xfrm>
            <a:off x="1422400" y="4533880"/>
            <a:ext cx="3278803"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75000"/>
                  </a:srgbClr>
                </a:solidFill>
                <a:latin typeface="Arial" pitchFamily="34" charset="0"/>
                <a:ea typeface="Arial" pitchFamily="34" charset="-122"/>
                <a:cs typeface="Arial" pitchFamily="34" charset="-120"/>
              </a:rPr>
              <a:t>스태프 · 관리자 페이지 UI 구현</a:t>
            </a:r>
            <a:endParaRPr lang="en-US" sz="1800" dirty="0"/>
          </a:p>
        </p:txBody>
      </p:sp>
      <p:sp>
        <p:nvSpPr>
          <p:cNvPr id="14" name="Shape 10">
            <a:extLst>
              <a:ext uri="{C183D7F6-B498-43B3-948B-1728B52AA6E4}">
                <adec:decorative xmlns:adec="http://schemas.microsoft.com/office/drawing/2017/decorative" val="1"/>
              </a:ext>
            </a:extLst>
          </p:cNvPr>
          <p:cNvSpPr/>
          <p:nvPr/>
        </p:nvSpPr>
        <p:spPr>
          <a:xfrm>
            <a:off x="1231900" y="5088215"/>
            <a:ext cx="76200" cy="76200"/>
          </a:xfrm>
          <a:prstGeom prst="ellipse">
            <a:avLst/>
          </a:prstGeom>
          <a:solidFill>
            <a:srgbClr val="F5C518"/>
          </a:solidFill>
          <a:ln/>
        </p:spPr>
        <p:txBody>
          <a:bodyPr/>
          <a:lstStyle/>
          <a:p>
            <a:endParaRPr lang="ko-KR" altLang="en-US"/>
          </a:p>
        </p:txBody>
      </p:sp>
      <p:sp>
        <p:nvSpPr>
          <p:cNvPr id="15" name="Text 11"/>
          <p:cNvSpPr/>
          <p:nvPr/>
        </p:nvSpPr>
        <p:spPr>
          <a:xfrm>
            <a:off x="1422400" y="4983440"/>
            <a:ext cx="6254085"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75000"/>
                  </a:srgbClr>
                </a:solidFill>
                <a:latin typeface="Arial" pitchFamily="34" charset="0"/>
                <a:ea typeface="Arial" pitchFamily="34" charset="-122"/>
                <a:cs typeface="Arial" pitchFamily="34" charset="-120"/>
              </a:rPr>
              <a:t>Dynamic QR (TOTP) 출입 시스템 — 3분 갱신, 위변조 차단</a:t>
            </a:r>
            <a:endParaRPr lang="en-US" sz="1800" dirty="0"/>
          </a:p>
        </p:txBody>
      </p:sp>
      <p:sp>
        <p:nvSpPr>
          <p:cNvPr id="16" name="Shape 12">
            <a:extLst>
              <a:ext uri="{C183D7F6-B498-43B3-948B-1728B52AA6E4}">
                <adec:decorative xmlns:adec="http://schemas.microsoft.com/office/drawing/2017/decorative" val="1"/>
              </a:ext>
            </a:extLst>
          </p:cNvPr>
          <p:cNvSpPr/>
          <p:nvPr/>
        </p:nvSpPr>
        <p:spPr>
          <a:xfrm>
            <a:off x="1231900" y="5537775"/>
            <a:ext cx="76200" cy="76200"/>
          </a:xfrm>
          <a:prstGeom prst="ellipse">
            <a:avLst/>
          </a:prstGeom>
          <a:solidFill>
            <a:srgbClr val="F5C518"/>
          </a:solidFill>
          <a:ln/>
        </p:spPr>
        <p:txBody>
          <a:bodyPr/>
          <a:lstStyle/>
          <a:p>
            <a:endParaRPr lang="ko-KR" altLang="en-US"/>
          </a:p>
        </p:txBody>
      </p:sp>
      <p:sp>
        <p:nvSpPr>
          <p:cNvPr id="17" name="Text 13"/>
          <p:cNvSpPr/>
          <p:nvPr/>
        </p:nvSpPr>
        <p:spPr>
          <a:xfrm>
            <a:off x="1422400" y="5433000"/>
            <a:ext cx="5442079"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75000"/>
                  </a:srgbClr>
                </a:solidFill>
                <a:latin typeface="Arial" pitchFamily="34" charset="0"/>
                <a:ea typeface="Arial" pitchFamily="34" charset="-122"/>
                <a:cs typeface="Arial" pitchFamily="34" charset="-120"/>
              </a:rPr>
              <a:t>Toss Payments PG 연동 현장 매표 / 키오스크 결제</a:t>
            </a:r>
            <a:endParaRPr lang="en-US" sz="1800" dirty="0"/>
          </a:p>
        </p:txBody>
      </p:sp>
      <p:sp>
        <p:nvSpPr>
          <p:cNvPr id="18" name="Shape 14">
            <a:extLst>
              <a:ext uri="{C183D7F6-B498-43B3-948B-1728B52AA6E4}">
                <adec:decorative xmlns:adec="http://schemas.microsoft.com/office/drawing/2017/decorative" val="1"/>
              </a:ext>
            </a:extLst>
          </p:cNvPr>
          <p:cNvSpPr/>
          <p:nvPr/>
        </p:nvSpPr>
        <p:spPr>
          <a:xfrm>
            <a:off x="1231900" y="5987336"/>
            <a:ext cx="76200" cy="76200"/>
          </a:xfrm>
          <a:prstGeom prst="ellipse">
            <a:avLst/>
          </a:prstGeom>
          <a:solidFill>
            <a:srgbClr val="22D3C0"/>
          </a:solidFill>
          <a:ln/>
        </p:spPr>
        <p:txBody>
          <a:bodyPr/>
          <a:lstStyle/>
          <a:p>
            <a:endParaRPr lang="ko-KR" altLang="en-US"/>
          </a:p>
        </p:txBody>
      </p:sp>
      <p:sp>
        <p:nvSpPr>
          <p:cNvPr id="19" name="Text 15"/>
          <p:cNvSpPr/>
          <p:nvPr/>
        </p:nvSpPr>
        <p:spPr>
          <a:xfrm>
            <a:off x="1422400" y="5882561"/>
            <a:ext cx="4738013"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22D3C0">
                    <a:alpha val="85000"/>
                  </a:srgbClr>
                </a:solidFill>
                <a:latin typeface="Arial" pitchFamily="34" charset="0"/>
                <a:ea typeface="Arial" pitchFamily="34" charset="-122"/>
                <a:cs typeface="Arial" pitchFamily="34" charset="-120"/>
              </a:rPr>
              <a:t>점포별 실시간 주문 보드 · 교환 QR 픽업 처리</a:t>
            </a:r>
            <a:endParaRPr lang="en-US" sz="1800" dirty="0"/>
          </a:p>
        </p:txBody>
      </p:sp>
      <p:sp>
        <p:nvSpPr>
          <p:cNvPr id="20" name="Shape 16">
            <a:extLst>
              <a:ext uri="{C183D7F6-B498-43B3-948B-1728B52AA6E4}">
                <adec:decorative xmlns:adec="http://schemas.microsoft.com/office/drawing/2017/decorative" val="1"/>
              </a:ext>
            </a:extLst>
          </p:cNvPr>
          <p:cNvSpPr/>
          <p:nvPr/>
        </p:nvSpPr>
        <p:spPr>
          <a:xfrm>
            <a:off x="9258300" y="2665095"/>
            <a:ext cx="8115300" cy="3889276"/>
          </a:xfrm>
          <a:prstGeom prst="roundRect">
            <a:avLst>
              <a:gd name="adj" fmla="val 4898"/>
            </a:avLst>
          </a:prstGeom>
          <a:solidFill>
            <a:srgbClr val="22D3C0">
              <a:alpha val="6000"/>
            </a:srgbClr>
          </a:solidFill>
          <a:ln w="12700">
            <a:solidFill>
              <a:srgbClr val="22D3C0">
                <a:alpha val="15000"/>
              </a:srgbClr>
            </a:solidFill>
            <a:prstDash val="solid"/>
          </a:ln>
        </p:spPr>
        <p:txBody>
          <a:bodyPr/>
          <a:lstStyle/>
          <a:p>
            <a:endParaRPr lang="ko-KR" altLang="en-US"/>
          </a:p>
        </p:txBody>
      </p:sp>
      <p:sp>
        <p:nvSpPr>
          <p:cNvPr id="21" name="Shape 17">
            <a:extLst>
              <a:ext uri="{C183D7F6-B498-43B3-948B-1728B52AA6E4}">
                <adec:decorative xmlns:adec="http://schemas.microsoft.com/office/drawing/2017/decorative" val="1"/>
              </a:ext>
            </a:extLst>
          </p:cNvPr>
          <p:cNvSpPr/>
          <p:nvPr/>
        </p:nvSpPr>
        <p:spPr>
          <a:xfrm>
            <a:off x="9575800" y="3171508"/>
            <a:ext cx="533400" cy="533400"/>
          </a:xfrm>
          <a:prstGeom prst="ellipse">
            <a:avLst/>
          </a:prstGeom>
          <a:gradFill rotWithShape="1">
            <a:gsLst>
              <a:gs pos="0">
                <a:srgbClr val="22D3C0">
                  <a:alpha val="100000"/>
                </a:srgbClr>
              </a:gs>
              <a:gs pos="100000">
                <a:srgbClr val="1A9B8A">
                  <a:alpha val="100000"/>
                </a:srgbClr>
              </a:gs>
            </a:gsLst>
            <a:lin ang="2700000" scaled="0"/>
          </a:gradFill>
          <a:ln/>
        </p:spPr>
        <p:txBody>
          <a:bodyPr/>
          <a:lstStyle/>
          <a:p>
            <a:endParaRPr lang="ko-KR" altLang="en-US"/>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18675" y="3314383"/>
            <a:ext cx="247650" cy="247650"/>
          </a:xfrm>
          <a:prstGeom prst="rect">
            <a:avLst/>
          </a:prstGeom>
        </p:spPr>
      </p:pic>
      <p:sp>
        <p:nvSpPr>
          <p:cNvPr id="23" name="Text 18"/>
          <p:cNvSpPr/>
          <p:nvPr/>
        </p:nvSpPr>
        <p:spPr>
          <a:xfrm>
            <a:off x="10242550" y="2982595"/>
            <a:ext cx="2534791" cy="590550"/>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Arial" pitchFamily="34" charset="0"/>
                <a:ea typeface="Arial" pitchFamily="34" charset="-122"/>
                <a:cs typeface="Arial" pitchFamily="34" charset="-120"/>
              </a:rPr>
              <a:t>강진원</a:t>
            </a:r>
            <a:endParaRPr lang="en-US" sz="3000" dirty="0"/>
          </a:p>
        </p:txBody>
      </p:sp>
      <p:sp>
        <p:nvSpPr>
          <p:cNvPr id="24" name="Text 19"/>
          <p:cNvSpPr/>
          <p:nvPr/>
        </p:nvSpPr>
        <p:spPr>
          <a:xfrm>
            <a:off x="10242550" y="3563620"/>
            <a:ext cx="2534791" cy="3683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Arial" pitchFamily="34" charset="0"/>
                <a:ea typeface="Arial" pitchFamily="34" charset="-122"/>
                <a:cs typeface="Arial" pitchFamily="34" charset="-120"/>
              </a:rPr>
              <a:t>백엔드 &amp; 실시간 좌석 맵</a:t>
            </a:r>
            <a:endParaRPr lang="en-US" sz="1800" dirty="0"/>
          </a:p>
        </p:txBody>
      </p:sp>
      <p:sp>
        <p:nvSpPr>
          <p:cNvPr id="25" name="Shape 20">
            <a:extLst>
              <a:ext uri="{C183D7F6-B498-43B3-948B-1728B52AA6E4}">
                <adec:decorative xmlns:adec="http://schemas.microsoft.com/office/drawing/2017/decorative" val="1"/>
              </a:ext>
            </a:extLst>
          </p:cNvPr>
          <p:cNvSpPr/>
          <p:nvPr/>
        </p:nvSpPr>
        <p:spPr>
          <a:xfrm>
            <a:off x="9575800" y="4189095"/>
            <a:ext cx="76200" cy="76200"/>
          </a:xfrm>
          <a:prstGeom prst="ellipse">
            <a:avLst/>
          </a:prstGeom>
          <a:solidFill>
            <a:srgbClr val="22D3C0"/>
          </a:solidFill>
          <a:ln/>
        </p:spPr>
        <p:txBody>
          <a:bodyPr/>
          <a:lstStyle/>
          <a:p>
            <a:endParaRPr lang="ko-KR" altLang="en-US"/>
          </a:p>
        </p:txBody>
      </p:sp>
      <p:sp>
        <p:nvSpPr>
          <p:cNvPr id="26" name="Text 21"/>
          <p:cNvSpPr/>
          <p:nvPr/>
        </p:nvSpPr>
        <p:spPr>
          <a:xfrm>
            <a:off x="9766300" y="4084320"/>
            <a:ext cx="6337469"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75000"/>
                  </a:srgbClr>
                </a:solidFill>
                <a:latin typeface="Arial" pitchFamily="34" charset="0"/>
                <a:ea typeface="Arial" pitchFamily="34" charset="-122"/>
                <a:cs typeface="Arial" pitchFamily="34" charset="-120"/>
              </a:rPr>
              <a:t>실시간 좌석 맵 동기화 (WebSocket / Supabase Realtime)</a:t>
            </a:r>
            <a:endParaRPr lang="en-US" sz="1800" dirty="0"/>
          </a:p>
        </p:txBody>
      </p:sp>
      <p:sp>
        <p:nvSpPr>
          <p:cNvPr id="27" name="Shape 22">
            <a:extLst>
              <a:ext uri="{C183D7F6-B498-43B3-948B-1728B52AA6E4}">
                <adec:decorative xmlns:adec="http://schemas.microsoft.com/office/drawing/2017/decorative" val="1"/>
              </a:ext>
            </a:extLst>
          </p:cNvPr>
          <p:cNvSpPr/>
          <p:nvPr/>
        </p:nvSpPr>
        <p:spPr>
          <a:xfrm>
            <a:off x="9575800" y="4638655"/>
            <a:ext cx="76200" cy="76200"/>
          </a:xfrm>
          <a:prstGeom prst="ellipse">
            <a:avLst/>
          </a:prstGeom>
          <a:solidFill>
            <a:srgbClr val="22D3C0"/>
          </a:solidFill>
          <a:ln/>
        </p:spPr>
        <p:txBody>
          <a:bodyPr/>
          <a:lstStyle/>
          <a:p>
            <a:endParaRPr lang="ko-KR" altLang="en-US"/>
          </a:p>
        </p:txBody>
      </p:sp>
      <p:sp>
        <p:nvSpPr>
          <p:cNvPr id="28" name="Text 23"/>
          <p:cNvSpPr/>
          <p:nvPr/>
        </p:nvSpPr>
        <p:spPr>
          <a:xfrm>
            <a:off x="9766300" y="4533880"/>
            <a:ext cx="4871165"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75000"/>
                  </a:srgbClr>
                </a:solidFill>
                <a:latin typeface="Arial" pitchFamily="34" charset="0"/>
                <a:ea typeface="Arial" pitchFamily="34" charset="-122"/>
                <a:cs typeface="Arial" pitchFamily="34" charset="-120"/>
              </a:rPr>
              <a:t>RBAC 권한 제어 — ADMIN / STAFF 완전 분리</a:t>
            </a:r>
            <a:endParaRPr lang="en-US" sz="1800" dirty="0"/>
          </a:p>
        </p:txBody>
      </p:sp>
      <p:sp>
        <p:nvSpPr>
          <p:cNvPr id="29" name="Shape 24">
            <a:extLst>
              <a:ext uri="{C183D7F6-B498-43B3-948B-1728B52AA6E4}">
                <adec:decorative xmlns:adec="http://schemas.microsoft.com/office/drawing/2017/decorative" val="1"/>
              </a:ext>
            </a:extLst>
          </p:cNvPr>
          <p:cNvSpPr/>
          <p:nvPr/>
        </p:nvSpPr>
        <p:spPr>
          <a:xfrm>
            <a:off x="9575800" y="5088215"/>
            <a:ext cx="76200" cy="76200"/>
          </a:xfrm>
          <a:prstGeom prst="ellipse">
            <a:avLst/>
          </a:prstGeom>
          <a:solidFill>
            <a:srgbClr val="22D3C0"/>
          </a:solidFill>
          <a:ln/>
        </p:spPr>
        <p:txBody>
          <a:bodyPr/>
          <a:lstStyle/>
          <a:p>
            <a:endParaRPr lang="ko-KR" altLang="en-US"/>
          </a:p>
        </p:txBody>
      </p:sp>
      <p:sp>
        <p:nvSpPr>
          <p:cNvPr id="30" name="Text 25"/>
          <p:cNvSpPr/>
          <p:nvPr/>
        </p:nvSpPr>
        <p:spPr>
          <a:xfrm>
            <a:off x="9766300" y="4983440"/>
            <a:ext cx="5047645"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75000"/>
                  </a:srgbClr>
                </a:solidFill>
                <a:latin typeface="Arial" pitchFamily="34" charset="0"/>
                <a:ea typeface="Arial" pitchFamily="34" charset="-122"/>
                <a:cs typeface="Arial" pitchFamily="34" charset="-120"/>
              </a:rPr>
              <a:t>FESTIVAL PAY 가상머니 충전 / 결제 / 환불 원장</a:t>
            </a:r>
            <a:endParaRPr lang="en-US" sz="1800" dirty="0"/>
          </a:p>
        </p:txBody>
      </p:sp>
      <p:sp>
        <p:nvSpPr>
          <p:cNvPr id="31" name="Shape 26">
            <a:extLst>
              <a:ext uri="{C183D7F6-B498-43B3-948B-1728B52AA6E4}">
                <adec:decorative xmlns:adec="http://schemas.microsoft.com/office/drawing/2017/decorative" val="1"/>
              </a:ext>
            </a:extLst>
          </p:cNvPr>
          <p:cNvSpPr/>
          <p:nvPr/>
        </p:nvSpPr>
        <p:spPr>
          <a:xfrm>
            <a:off x="9575800" y="5537775"/>
            <a:ext cx="76200" cy="76200"/>
          </a:xfrm>
          <a:prstGeom prst="ellipse">
            <a:avLst/>
          </a:prstGeom>
          <a:solidFill>
            <a:srgbClr val="22D3C0"/>
          </a:solidFill>
          <a:ln/>
        </p:spPr>
        <p:txBody>
          <a:bodyPr/>
          <a:lstStyle/>
          <a:p>
            <a:endParaRPr lang="ko-KR" altLang="en-US"/>
          </a:p>
        </p:txBody>
      </p:sp>
      <p:sp>
        <p:nvSpPr>
          <p:cNvPr id="32" name="Text 27"/>
          <p:cNvSpPr/>
          <p:nvPr/>
        </p:nvSpPr>
        <p:spPr>
          <a:xfrm>
            <a:off x="9766300" y="5433000"/>
            <a:ext cx="4757658"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75000"/>
                  </a:srgbClr>
                </a:solidFill>
                <a:latin typeface="Arial" pitchFamily="34" charset="0"/>
                <a:ea typeface="Arial" pitchFamily="34" charset="-122"/>
                <a:cs typeface="Arial" pitchFamily="34" charset="-120"/>
              </a:rPr>
              <a:t>통합 장바구니 &amp; 타임세일 자동 할인 알고리즘</a:t>
            </a:r>
            <a:endParaRPr lang="en-US" sz="1800" dirty="0"/>
          </a:p>
        </p:txBody>
      </p:sp>
      <p:sp>
        <p:nvSpPr>
          <p:cNvPr id="33" name="Shape 28">
            <a:extLst>
              <a:ext uri="{C183D7F6-B498-43B3-948B-1728B52AA6E4}">
                <adec:decorative xmlns:adec="http://schemas.microsoft.com/office/drawing/2017/decorative" val="1"/>
              </a:ext>
            </a:extLst>
          </p:cNvPr>
          <p:cNvSpPr/>
          <p:nvPr/>
        </p:nvSpPr>
        <p:spPr>
          <a:xfrm>
            <a:off x="9575800" y="5987336"/>
            <a:ext cx="76200" cy="76200"/>
          </a:xfrm>
          <a:prstGeom prst="ellipse">
            <a:avLst/>
          </a:prstGeom>
          <a:solidFill>
            <a:srgbClr val="F26B5B"/>
          </a:solidFill>
          <a:ln/>
        </p:spPr>
        <p:txBody>
          <a:bodyPr/>
          <a:lstStyle/>
          <a:p>
            <a:endParaRPr lang="ko-KR" altLang="en-US"/>
          </a:p>
        </p:txBody>
      </p:sp>
      <p:sp>
        <p:nvSpPr>
          <p:cNvPr id="34" name="Text 29"/>
          <p:cNvSpPr/>
          <p:nvPr/>
        </p:nvSpPr>
        <p:spPr>
          <a:xfrm>
            <a:off x="9766300" y="5882561"/>
            <a:ext cx="4791164"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26B5B">
                    <a:alpha val="85000"/>
                  </a:srgbClr>
                </a:solidFill>
                <a:latin typeface="Arial" pitchFamily="34" charset="0"/>
                <a:ea typeface="Arial" pitchFamily="34" charset="-122"/>
                <a:cs typeface="Arial" pitchFamily="34" charset="-120"/>
              </a:rPr>
              <a:t>3중 재고 동시성 방어 · 조건부 취소/환불 분기</a:t>
            </a:r>
            <a:endParaRPr lang="en-US" sz="1800" dirty="0"/>
          </a:p>
        </p:txBody>
      </p:sp>
      <p:sp>
        <p:nvSpPr>
          <p:cNvPr id="35" name="Shape 30">
            <a:extLst>
              <a:ext uri="{C183D7F6-B498-43B3-948B-1728B52AA6E4}">
                <adec:decorative xmlns:adec="http://schemas.microsoft.com/office/drawing/2017/decorative" val="1"/>
              </a:ext>
            </a:extLst>
          </p:cNvPr>
          <p:cNvSpPr/>
          <p:nvPr/>
        </p:nvSpPr>
        <p:spPr>
          <a:xfrm>
            <a:off x="914400" y="6821071"/>
            <a:ext cx="849114"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36" name="Text 31"/>
          <p:cNvSpPr/>
          <p:nvPr/>
        </p:nvSpPr>
        <p:spPr>
          <a:xfrm>
            <a:off x="1117600" y="6909971"/>
            <a:ext cx="518914" cy="27940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F5C518"/>
                </a:solidFill>
                <a:latin typeface="Arial" pitchFamily="34" charset="0"/>
                <a:ea typeface="Arial" pitchFamily="34" charset="-122"/>
                <a:cs typeface="Arial" pitchFamily="34" charset="-120"/>
              </a:rPr>
              <a:t>Java</a:t>
            </a:r>
            <a:endParaRPr lang="en-US" sz="1650" dirty="0"/>
          </a:p>
        </p:txBody>
      </p:sp>
      <p:sp>
        <p:nvSpPr>
          <p:cNvPr id="37" name="Shape 32">
            <a:extLst>
              <a:ext uri="{C183D7F6-B498-43B3-948B-1728B52AA6E4}">
                <adec:decorative xmlns:adec="http://schemas.microsoft.com/office/drawing/2017/decorative" val="1"/>
              </a:ext>
            </a:extLst>
          </p:cNvPr>
          <p:cNvSpPr/>
          <p:nvPr/>
        </p:nvSpPr>
        <p:spPr>
          <a:xfrm>
            <a:off x="1839714" y="6821071"/>
            <a:ext cx="1501477"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38" name="Text 33"/>
          <p:cNvSpPr/>
          <p:nvPr/>
        </p:nvSpPr>
        <p:spPr>
          <a:xfrm>
            <a:off x="2042914" y="6909971"/>
            <a:ext cx="1171277"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Spring Boot</a:t>
            </a:r>
            <a:endParaRPr lang="en-US" sz="1650" dirty="0"/>
          </a:p>
        </p:txBody>
      </p:sp>
      <p:sp>
        <p:nvSpPr>
          <p:cNvPr id="39" name="Shape 34">
            <a:extLst>
              <a:ext uri="{C183D7F6-B498-43B3-948B-1728B52AA6E4}">
                <adec:decorative xmlns:adec="http://schemas.microsoft.com/office/drawing/2017/decorative" val="1"/>
              </a:ext>
            </a:extLst>
          </p:cNvPr>
          <p:cNvSpPr/>
          <p:nvPr/>
        </p:nvSpPr>
        <p:spPr>
          <a:xfrm>
            <a:off x="3417391" y="6821071"/>
            <a:ext cx="1827312"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40" name="Text 35"/>
          <p:cNvSpPr/>
          <p:nvPr/>
        </p:nvSpPr>
        <p:spPr>
          <a:xfrm>
            <a:off x="3620591" y="6909971"/>
            <a:ext cx="1497112"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Spring Security</a:t>
            </a:r>
            <a:endParaRPr lang="en-US" sz="1650" dirty="0"/>
          </a:p>
        </p:txBody>
      </p:sp>
      <p:sp>
        <p:nvSpPr>
          <p:cNvPr id="41" name="Shape 36">
            <a:extLst>
              <a:ext uri="{C183D7F6-B498-43B3-948B-1728B52AA6E4}">
                <adec:decorative xmlns:adec="http://schemas.microsoft.com/office/drawing/2017/decorative" val="1"/>
              </a:ext>
            </a:extLst>
          </p:cNvPr>
          <p:cNvSpPr/>
          <p:nvPr/>
        </p:nvSpPr>
        <p:spPr>
          <a:xfrm>
            <a:off x="5320903" y="6821071"/>
            <a:ext cx="953889"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42" name="Text 37"/>
          <p:cNvSpPr/>
          <p:nvPr/>
        </p:nvSpPr>
        <p:spPr>
          <a:xfrm>
            <a:off x="5524103" y="6909971"/>
            <a:ext cx="623689" cy="27940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F5C518"/>
                </a:solidFill>
                <a:latin typeface="Arial" pitchFamily="34" charset="0"/>
                <a:ea typeface="Arial" pitchFamily="34" charset="-122"/>
                <a:cs typeface="Arial" pitchFamily="34" charset="-120"/>
              </a:rPr>
              <a:t>React</a:t>
            </a:r>
            <a:endParaRPr lang="en-US" sz="1650" dirty="0"/>
          </a:p>
        </p:txBody>
      </p:sp>
      <p:sp>
        <p:nvSpPr>
          <p:cNvPr id="43" name="Shape 38">
            <a:extLst>
              <a:ext uri="{C183D7F6-B498-43B3-948B-1728B52AA6E4}">
                <adec:decorative xmlns:adec="http://schemas.microsoft.com/office/drawing/2017/decorative" val="1"/>
              </a:ext>
            </a:extLst>
          </p:cNvPr>
          <p:cNvSpPr/>
          <p:nvPr/>
        </p:nvSpPr>
        <p:spPr>
          <a:xfrm>
            <a:off x="6350993" y="6821071"/>
            <a:ext cx="1046857"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44" name="Text 39"/>
          <p:cNvSpPr/>
          <p:nvPr/>
        </p:nvSpPr>
        <p:spPr>
          <a:xfrm>
            <a:off x="6554193" y="6909971"/>
            <a:ext cx="716657"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Next.js</a:t>
            </a:r>
            <a:endParaRPr lang="en-US" sz="1650" dirty="0"/>
          </a:p>
        </p:txBody>
      </p:sp>
      <p:sp>
        <p:nvSpPr>
          <p:cNvPr id="45" name="Shape 40">
            <a:extLst>
              <a:ext uri="{C183D7F6-B498-43B3-948B-1728B52AA6E4}">
                <adec:decorative xmlns:adec="http://schemas.microsoft.com/office/drawing/2017/decorative" val="1"/>
              </a:ext>
            </a:extLst>
          </p:cNvPr>
          <p:cNvSpPr/>
          <p:nvPr/>
        </p:nvSpPr>
        <p:spPr>
          <a:xfrm>
            <a:off x="7474050" y="6821071"/>
            <a:ext cx="981075"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46" name="Text 41"/>
          <p:cNvSpPr/>
          <p:nvPr/>
        </p:nvSpPr>
        <p:spPr>
          <a:xfrm>
            <a:off x="7677250" y="6909971"/>
            <a:ext cx="650875"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Vue.js</a:t>
            </a:r>
            <a:endParaRPr lang="en-US" sz="1650" dirty="0"/>
          </a:p>
        </p:txBody>
      </p:sp>
      <p:sp>
        <p:nvSpPr>
          <p:cNvPr id="47" name="Shape 42">
            <a:extLst>
              <a:ext uri="{C183D7F6-B498-43B3-948B-1728B52AA6E4}">
                <adec:decorative xmlns:adec="http://schemas.microsoft.com/office/drawing/2017/decorative" val="1"/>
              </a:ext>
            </a:extLst>
          </p:cNvPr>
          <p:cNvSpPr/>
          <p:nvPr/>
        </p:nvSpPr>
        <p:spPr>
          <a:xfrm>
            <a:off x="8531325" y="6821071"/>
            <a:ext cx="1640979"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48" name="Text 43"/>
          <p:cNvSpPr/>
          <p:nvPr/>
        </p:nvSpPr>
        <p:spPr>
          <a:xfrm>
            <a:off x="8734525" y="6909971"/>
            <a:ext cx="1310779"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Tailwind CSS</a:t>
            </a:r>
            <a:endParaRPr lang="en-US" sz="1650" dirty="0"/>
          </a:p>
        </p:txBody>
      </p:sp>
      <p:sp>
        <p:nvSpPr>
          <p:cNvPr id="49" name="Shape 44">
            <a:extLst>
              <a:ext uri="{C183D7F6-B498-43B3-948B-1728B52AA6E4}">
                <adec:decorative xmlns:adec="http://schemas.microsoft.com/office/drawing/2017/decorative" val="1"/>
              </a:ext>
            </a:extLst>
          </p:cNvPr>
          <p:cNvSpPr/>
          <p:nvPr/>
        </p:nvSpPr>
        <p:spPr>
          <a:xfrm>
            <a:off x="10248504" y="6821071"/>
            <a:ext cx="1547912"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50" name="Text 45"/>
          <p:cNvSpPr/>
          <p:nvPr/>
        </p:nvSpPr>
        <p:spPr>
          <a:xfrm>
            <a:off x="10451703" y="6909971"/>
            <a:ext cx="1217712"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PostgreSQL</a:t>
            </a:r>
            <a:endParaRPr lang="en-US" sz="1650" dirty="0"/>
          </a:p>
        </p:txBody>
      </p:sp>
      <p:sp>
        <p:nvSpPr>
          <p:cNvPr id="51" name="Shape 46">
            <a:extLst>
              <a:ext uri="{C183D7F6-B498-43B3-948B-1728B52AA6E4}">
                <adec:decorative xmlns:adec="http://schemas.microsoft.com/office/drawing/2017/decorative" val="1"/>
              </a:ext>
            </a:extLst>
          </p:cNvPr>
          <p:cNvSpPr/>
          <p:nvPr/>
        </p:nvSpPr>
        <p:spPr>
          <a:xfrm>
            <a:off x="11872615" y="6821071"/>
            <a:ext cx="1350268"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52" name="Text 47"/>
          <p:cNvSpPr/>
          <p:nvPr/>
        </p:nvSpPr>
        <p:spPr>
          <a:xfrm>
            <a:off x="12075815" y="6909971"/>
            <a:ext cx="1020068"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Supabase</a:t>
            </a:r>
            <a:endParaRPr lang="en-US" sz="1650" dirty="0"/>
          </a:p>
        </p:txBody>
      </p:sp>
      <p:sp>
        <p:nvSpPr>
          <p:cNvPr id="53" name="Shape 48">
            <a:extLst>
              <a:ext uri="{C183D7F6-B498-43B3-948B-1728B52AA6E4}">
                <adec:decorative xmlns:adec="http://schemas.microsoft.com/office/drawing/2017/decorative" val="1"/>
              </a:ext>
            </a:extLst>
          </p:cNvPr>
          <p:cNvSpPr/>
          <p:nvPr/>
        </p:nvSpPr>
        <p:spPr>
          <a:xfrm>
            <a:off x="13299084" y="6821071"/>
            <a:ext cx="2273697"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54" name="Text 49"/>
          <p:cNvSpPr/>
          <p:nvPr/>
        </p:nvSpPr>
        <p:spPr>
          <a:xfrm>
            <a:off x="13502284" y="6909971"/>
            <a:ext cx="1943497"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WebSocket/STOMP</a:t>
            </a:r>
            <a:endParaRPr lang="en-US" sz="1650" dirty="0"/>
          </a:p>
        </p:txBody>
      </p:sp>
      <p:sp>
        <p:nvSpPr>
          <p:cNvPr id="55" name="Shape 50">
            <a:extLst>
              <a:ext uri="{C183D7F6-B498-43B3-948B-1728B52AA6E4}">
                <adec:decorative xmlns:adec="http://schemas.microsoft.com/office/drawing/2017/decorative" val="1"/>
              </a:ext>
            </a:extLst>
          </p:cNvPr>
          <p:cNvSpPr/>
          <p:nvPr/>
        </p:nvSpPr>
        <p:spPr>
          <a:xfrm>
            <a:off x="914400" y="7316371"/>
            <a:ext cx="1827213"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56" name="Text 51"/>
          <p:cNvSpPr/>
          <p:nvPr/>
        </p:nvSpPr>
        <p:spPr>
          <a:xfrm>
            <a:off x="1117600" y="7405271"/>
            <a:ext cx="1497013"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Toss Payments</a:t>
            </a:r>
            <a:endParaRPr lang="en-US" sz="1650" dirty="0"/>
          </a:p>
        </p:txBody>
      </p:sp>
      <p:sp>
        <p:nvSpPr>
          <p:cNvPr id="57" name="Shape 52">
            <a:extLst>
              <a:ext uri="{C183D7F6-B498-43B3-948B-1728B52AA6E4}">
                <adec:decorative xmlns:adec="http://schemas.microsoft.com/office/drawing/2017/decorative" val="1"/>
              </a:ext>
            </a:extLst>
          </p:cNvPr>
          <p:cNvSpPr/>
          <p:nvPr/>
        </p:nvSpPr>
        <p:spPr>
          <a:xfrm>
            <a:off x="2817813" y="7316371"/>
            <a:ext cx="1501279" cy="419100"/>
          </a:xfrm>
          <a:prstGeom prst="roundRect">
            <a:avLst>
              <a:gd name="adj" fmla="val 50000"/>
            </a:avLst>
          </a:prstGeom>
          <a:solidFill>
            <a:srgbClr val="F5C518">
              <a:alpha val="10000"/>
            </a:srgbClr>
          </a:solidFill>
          <a:ln w="12700">
            <a:solidFill>
              <a:srgbClr val="F5C518">
                <a:alpha val="28000"/>
              </a:srgbClr>
            </a:solidFill>
            <a:prstDash val="solid"/>
          </a:ln>
        </p:spPr>
        <p:txBody>
          <a:bodyPr/>
          <a:lstStyle/>
          <a:p>
            <a:endParaRPr lang="ko-KR" altLang="en-US"/>
          </a:p>
        </p:txBody>
      </p:sp>
      <p:sp>
        <p:nvSpPr>
          <p:cNvPr id="58" name="Text 53"/>
          <p:cNvSpPr/>
          <p:nvPr/>
        </p:nvSpPr>
        <p:spPr>
          <a:xfrm>
            <a:off x="3021013" y="7405271"/>
            <a:ext cx="1171079" cy="279400"/>
          </a:xfrm>
          <a:prstGeom prst="rect">
            <a:avLst/>
          </a:prstGeom>
          <a:noFill/>
          <a:ln/>
        </p:spPr>
        <p:txBody>
          <a:bodyPr wrap="square" lIns="25400" tIns="25400" rIns="25400" bIns="25400" rtlCol="0" anchor="ctr">
            <a:normAutofit fontScale="92500"/>
          </a:bodyPr>
          <a:lstStyle/>
          <a:p>
            <a:pPr marL="0" indent="0" algn="l">
              <a:buNone/>
            </a:pPr>
            <a:r>
              <a:rPr lang="en-US" sz="1650" b="1" dirty="0">
                <a:solidFill>
                  <a:srgbClr val="F5C518"/>
                </a:solidFill>
                <a:latin typeface="Arial" pitchFamily="34" charset="0"/>
                <a:ea typeface="Arial" pitchFamily="34" charset="-122"/>
                <a:cs typeface="Arial" pitchFamily="34" charset="-120"/>
              </a:rPr>
              <a:t>ApexCharts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304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Text 0"/>
          <p:cNvSpPr/>
          <p:nvPr/>
        </p:nvSpPr>
        <p:spPr>
          <a:xfrm>
            <a:off x="8211741" y="3725863"/>
            <a:ext cx="2050862" cy="361950"/>
          </a:xfrm>
          <a:prstGeom prst="rect">
            <a:avLst/>
          </a:prstGeom>
          <a:noFill/>
          <a:ln/>
        </p:spPr>
        <p:txBody>
          <a:bodyPr wrap="square" lIns="25400" tIns="25400" rIns="25400" bIns="25400" rtlCol="0" anchor="t">
            <a:normAutofit fontScale="62500" lnSpcReduction="20000"/>
          </a:bodyPr>
          <a:lstStyle/>
          <a:p>
            <a:pPr marL="0" indent="0" algn="l">
              <a:buNone/>
            </a:pPr>
            <a:r>
              <a:rPr lang="en-US" sz="1950" kern="0" spc="750" dirty="0">
                <a:solidFill>
                  <a:srgbClr val="22D3C0">
                    <a:alpha val="70000"/>
                  </a:srgbClr>
                </a:solidFill>
                <a:latin typeface="Arial" pitchFamily="34" charset="0"/>
                <a:ea typeface="Arial" pitchFamily="34" charset="-122"/>
                <a:cs typeface="Arial" pitchFamily="34" charset="-120"/>
              </a:rPr>
              <a:t>CHAPTER 02</a:t>
            </a:r>
            <a:endParaRPr lang="en-US" sz="1950" dirty="0"/>
          </a:p>
        </p:txBody>
      </p:sp>
      <p:sp>
        <p:nvSpPr>
          <p:cNvPr id="4" name="Text 1"/>
          <p:cNvSpPr/>
          <p:nvPr/>
        </p:nvSpPr>
        <p:spPr>
          <a:xfrm>
            <a:off x="6449417" y="4221163"/>
            <a:ext cx="5928082" cy="1416050"/>
          </a:xfrm>
          <a:prstGeom prst="rect">
            <a:avLst/>
          </a:prstGeom>
          <a:noFill/>
          <a:ln/>
        </p:spPr>
        <p:txBody>
          <a:bodyPr wrap="square" lIns="25400" tIns="25400" rIns="25400" bIns="25400" rtlCol="0" anchor="t">
            <a:normAutofit/>
          </a:bodyPr>
          <a:lstStyle/>
          <a:p>
            <a:pPr marL="0" indent="0" algn="l">
              <a:buNone/>
            </a:pPr>
            <a:r>
              <a:rPr lang="en-US" sz="7500" b="1" kern="0" spc="-150" dirty="0">
                <a:solidFill>
                  <a:srgbClr val="FFFFFF"/>
                </a:solidFill>
                <a:latin typeface="Arial" pitchFamily="34" charset="0"/>
                <a:ea typeface="Arial" pitchFamily="34" charset="-122"/>
                <a:cs typeface="Arial" pitchFamily="34" charset="-120"/>
              </a:rPr>
              <a:t>프로젝트 설계</a:t>
            </a:r>
            <a:endParaRPr lang="en-US" sz="7500" dirty="0"/>
          </a:p>
        </p:txBody>
      </p:sp>
      <p:sp>
        <p:nvSpPr>
          <p:cNvPr id="5" name="Text 2"/>
          <p:cNvSpPr/>
          <p:nvPr/>
        </p:nvSpPr>
        <p:spPr>
          <a:xfrm>
            <a:off x="8002092" y="5732463"/>
            <a:ext cx="2512090" cy="533400"/>
          </a:xfrm>
          <a:prstGeom prst="rect">
            <a:avLst/>
          </a:prstGeom>
          <a:noFill/>
          <a:ln/>
        </p:spPr>
        <p:txBody>
          <a:bodyPr wrap="square" lIns="25400" tIns="25400" rIns="25400" bIns="25400" rtlCol="0" anchor="t">
            <a:normAutofit fontScale="62500" lnSpcReduction="20000"/>
          </a:bodyPr>
          <a:lstStyle/>
          <a:p>
            <a:pPr marL="0" indent="0" algn="l">
              <a:buNone/>
            </a:pPr>
            <a:r>
              <a:rPr lang="en-US" sz="3000" kern="0" spc="300" dirty="0">
                <a:solidFill>
                  <a:srgbClr val="FFFFFF">
                    <a:alpha val="40000"/>
                  </a:srgbClr>
                </a:solidFill>
                <a:latin typeface="Arial" pitchFamily="34" charset="0"/>
                <a:ea typeface="Arial" pitchFamily="34" charset="-122"/>
                <a:cs typeface="Arial" pitchFamily="34" charset="-120"/>
              </a:rPr>
              <a:t>SYSTEM DESIGN</a:t>
            </a:r>
            <a:endParaRPr lang="en-US" sz="3000" dirty="0"/>
          </a:p>
        </p:txBody>
      </p:sp>
      <p:sp>
        <p:nvSpPr>
          <p:cNvPr id="6" name="Shape 3">
            <a:extLst>
              <a:ext uri="{C183D7F6-B498-43B3-948B-1728B52AA6E4}">
                <adec:decorative xmlns:adec="http://schemas.microsoft.com/office/drawing/2017/decorative" val="1"/>
              </a:ext>
            </a:extLst>
          </p:cNvPr>
          <p:cNvSpPr/>
          <p:nvPr/>
        </p:nvSpPr>
        <p:spPr>
          <a:xfrm>
            <a:off x="8858250" y="6532563"/>
            <a:ext cx="571500" cy="28575"/>
          </a:xfrm>
          <a:prstGeom prst="roundRect">
            <a:avLst>
              <a:gd name="adj" fmla="val 50000"/>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7" name="Shape 4">
            <a:extLst>
              <a:ext uri="{C183D7F6-B498-43B3-948B-1728B52AA6E4}">
                <adec:decorative xmlns:adec="http://schemas.microsoft.com/office/drawing/2017/decorative" val="1"/>
              </a:ext>
            </a:extLst>
          </p:cNvPr>
          <p:cNvSpPr/>
          <p:nvPr/>
        </p:nvSpPr>
        <p:spPr>
          <a:xfrm>
            <a:off x="0" y="10239375"/>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53A5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4" name="Text 1"/>
          <p:cNvSpPr/>
          <p:nvPr/>
        </p:nvSpPr>
        <p:spPr>
          <a:xfrm>
            <a:off x="1033272" y="705993"/>
            <a:ext cx="8769096"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22D3C0"/>
                </a:solidFill>
                <a:latin typeface="Arial" pitchFamily="34" charset="0"/>
                <a:ea typeface="Arial" pitchFamily="34" charset="-122"/>
                <a:cs typeface="Arial" pitchFamily="34" charset="-120"/>
              </a:rPr>
              <a:t>SYSTEM DESIGN</a:t>
            </a:r>
            <a:endParaRPr lang="en-US" sz="1800" dirty="0"/>
          </a:p>
        </p:txBody>
      </p:sp>
      <p:sp>
        <p:nvSpPr>
          <p:cNvPr id="5" name="Text 2"/>
          <p:cNvSpPr/>
          <p:nvPr/>
        </p:nvSpPr>
        <p:spPr>
          <a:xfrm>
            <a:off x="1033272" y="1029843"/>
            <a:ext cx="845820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시스템 아키텍처 다이어그램</a:t>
            </a:r>
            <a:endParaRPr lang="en-US" sz="5100" dirty="0"/>
          </a:p>
        </p:txBody>
      </p:sp>
      <p:sp>
        <p:nvSpPr>
          <p:cNvPr id="6" name="Shape 3">
            <a:extLst>
              <a:ext uri="{C183D7F6-B498-43B3-948B-1728B52AA6E4}">
                <adec:decorative xmlns:adec="http://schemas.microsoft.com/office/drawing/2017/decorative" val="1"/>
              </a:ext>
            </a:extLst>
          </p:cNvPr>
          <p:cNvSpPr/>
          <p:nvPr/>
        </p:nvSpPr>
        <p:spPr>
          <a:xfrm>
            <a:off x="5108377" y="2014538"/>
            <a:ext cx="8071148" cy="7810401"/>
          </a:xfrm>
          <a:prstGeom prst="roundRect">
            <a:avLst>
              <a:gd name="adj" fmla="val 1463"/>
            </a:avLst>
          </a:prstGeom>
          <a:ln/>
          <a:effectLst>
            <a:outerShdw blurRad="304800" dist="38100" dir="5400000" algn="bl" rotWithShape="0">
              <a:srgbClr val="000000">
                <a:alpha val="30000"/>
              </a:srgbClr>
            </a:outerShdw>
          </a:effectLst>
        </p:spPr>
        <p:txBody>
          <a:bodyPr/>
          <a:lstStyle/>
          <a:p>
            <a:endParaRPr lang="ko-KR" altLang="en-US"/>
          </a:p>
        </p:txBody>
      </p:sp>
      <p:grpSp>
        <p:nvGrpSpPr>
          <p:cNvPr id="9" name="그룹 8">
            <a:extLst>
              <a:ext uri="{FF2B5EF4-FFF2-40B4-BE49-F238E27FC236}">
                <a16:creationId xmlns:a16="http://schemas.microsoft.com/office/drawing/2014/main" id="{233D6826-459C-59C9-EFCA-DFE7763988B4}"/>
              </a:ext>
            </a:extLst>
          </p:cNvPr>
          <p:cNvGrpSpPr/>
          <p:nvPr/>
        </p:nvGrpSpPr>
        <p:grpSpPr>
          <a:xfrm>
            <a:off x="4681728" y="1865161"/>
            <a:ext cx="8580093" cy="8109153"/>
            <a:chOff x="4599432" y="1668160"/>
            <a:chExt cx="9198864" cy="8503156"/>
          </a:xfrm>
        </p:grpSpPr>
        <p:sp>
          <p:nvSpPr>
            <p:cNvPr id="8" name="사각형: 둥근 모서리 7">
              <a:extLst>
                <a:ext uri="{FF2B5EF4-FFF2-40B4-BE49-F238E27FC236}">
                  <a16:creationId xmlns:a16="http://schemas.microsoft.com/office/drawing/2014/main" id="{8300BDC1-3BBA-C61A-FE51-89510FCA1FC5}"/>
                </a:ext>
              </a:extLst>
            </p:cNvPr>
            <p:cNvSpPr/>
            <p:nvPr/>
          </p:nvSpPr>
          <p:spPr>
            <a:xfrm>
              <a:off x="4599432" y="1668160"/>
              <a:ext cx="9198864" cy="8503156"/>
            </a:xfrm>
            <a:prstGeom prst="roundRect">
              <a:avLst>
                <a:gd name="adj" fmla="val 9595"/>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Image 1" descr="preencoded.png"/>
            <p:cNvPicPr>
              <a:picLocks noChangeAspect="1"/>
            </p:cNvPicPr>
            <p:nvPr/>
          </p:nvPicPr>
          <p:blipFill>
            <a:blip r:embed="rId4"/>
            <a:srcRect/>
            <a:stretch/>
          </p:blipFill>
          <p:spPr>
            <a:xfrm>
              <a:off x="4983480" y="1934649"/>
              <a:ext cx="8458200" cy="7970178"/>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53A5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4" name="Text 1"/>
          <p:cNvSpPr/>
          <p:nvPr/>
        </p:nvSpPr>
        <p:spPr>
          <a:xfrm>
            <a:off x="1060704" y="678561"/>
            <a:ext cx="626364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22D3C0"/>
                </a:solidFill>
                <a:latin typeface="Arial" pitchFamily="34" charset="0"/>
                <a:ea typeface="Arial" pitchFamily="34" charset="-122"/>
                <a:cs typeface="Arial" pitchFamily="34" charset="-120"/>
              </a:rPr>
              <a:t>SYSTEM DESIGN</a:t>
            </a:r>
            <a:endParaRPr lang="en-US" sz="1800" dirty="0"/>
          </a:p>
        </p:txBody>
      </p:sp>
      <p:sp>
        <p:nvSpPr>
          <p:cNvPr id="5" name="Text 2"/>
          <p:cNvSpPr/>
          <p:nvPr/>
        </p:nvSpPr>
        <p:spPr>
          <a:xfrm>
            <a:off x="1060704" y="1002411"/>
            <a:ext cx="6044184"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요구사항 정의서 </a:t>
            </a:r>
            <a:r>
              <a:rPr lang="en-US" sz="5100" b="1" dirty="0">
                <a:solidFill>
                  <a:srgbClr val="22D3C0"/>
                </a:solidFill>
                <a:latin typeface="Arial" pitchFamily="34" charset="0"/>
                <a:ea typeface="Arial" pitchFamily="34" charset="-122"/>
                <a:cs typeface="Arial" pitchFamily="34" charset="-120"/>
              </a:rPr>
              <a:t>(1)</a:t>
            </a:r>
            <a:endParaRPr lang="en-US" sz="5100" dirty="0"/>
          </a:p>
        </p:txBody>
      </p:sp>
      <p:sp>
        <p:nvSpPr>
          <p:cNvPr id="6" name="Shape 3">
            <a:extLst>
              <a:ext uri="{C183D7F6-B498-43B3-948B-1728B52AA6E4}">
                <adec:decorative xmlns:adec="http://schemas.microsoft.com/office/drawing/2017/decorative" val="1"/>
              </a:ext>
            </a:extLst>
          </p:cNvPr>
          <p:cNvSpPr/>
          <p:nvPr/>
        </p:nvSpPr>
        <p:spPr>
          <a:xfrm>
            <a:off x="4406404" y="2014538"/>
            <a:ext cx="9475193" cy="7810401"/>
          </a:xfrm>
          <a:prstGeom prst="roundRect">
            <a:avLst>
              <a:gd name="adj" fmla="val 1463"/>
            </a:avLst>
          </a:prstGeom>
          <a:ln/>
          <a:effectLst>
            <a:outerShdw blurRad="304800" dist="38100" dir="5400000" algn="bl" rotWithShape="0">
              <a:srgbClr val="000000">
                <a:alpha val="30000"/>
              </a:srgbClr>
            </a:outerShdw>
          </a:effectLst>
        </p:spPr>
        <p:txBody>
          <a:bodyPr/>
          <a:lstStyle/>
          <a:p>
            <a:endParaRPr lang="ko-KR" altLang="en-US"/>
          </a:p>
        </p:txBody>
      </p:sp>
      <p:grpSp>
        <p:nvGrpSpPr>
          <p:cNvPr id="9" name="그룹 8">
            <a:extLst>
              <a:ext uri="{FF2B5EF4-FFF2-40B4-BE49-F238E27FC236}">
                <a16:creationId xmlns:a16="http://schemas.microsoft.com/office/drawing/2014/main" id="{8C449927-6386-9887-A188-17A9F629DE76}"/>
              </a:ext>
            </a:extLst>
          </p:cNvPr>
          <p:cNvGrpSpPr/>
          <p:nvPr/>
        </p:nvGrpSpPr>
        <p:grpSpPr>
          <a:xfrm>
            <a:off x="3904488" y="2071551"/>
            <a:ext cx="9747504" cy="7896833"/>
            <a:chOff x="3803904" y="1627632"/>
            <a:chExt cx="10607040" cy="8528422"/>
          </a:xfrm>
        </p:grpSpPr>
        <p:sp>
          <p:nvSpPr>
            <p:cNvPr id="8" name="사각형: 둥근 모서리 7">
              <a:extLst>
                <a:ext uri="{FF2B5EF4-FFF2-40B4-BE49-F238E27FC236}">
                  <a16:creationId xmlns:a16="http://schemas.microsoft.com/office/drawing/2014/main" id="{E94B0AC6-0424-7676-0D05-56232A7E3DAE}"/>
                </a:ext>
              </a:extLst>
            </p:cNvPr>
            <p:cNvSpPr/>
            <p:nvPr/>
          </p:nvSpPr>
          <p:spPr>
            <a:xfrm>
              <a:off x="3803904" y="1627632"/>
              <a:ext cx="10607040" cy="8528422"/>
            </a:xfrm>
            <a:prstGeom prst="roundRect">
              <a:avLst>
                <a:gd name="adj" fmla="val 7232"/>
              </a:avLst>
            </a:prstGeom>
            <a:solidFill>
              <a:srgbClr val="F8FA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Image 1" descr="preencoded.png"/>
            <p:cNvPicPr>
              <a:picLocks noChangeAspect="1"/>
            </p:cNvPicPr>
            <p:nvPr/>
          </p:nvPicPr>
          <p:blipFill>
            <a:blip r:embed="rId4"/>
            <a:srcRect/>
            <a:stretch/>
          </p:blipFill>
          <p:spPr>
            <a:xfrm>
              <a:off x="4215322" y="1819276"/>
              <a:ext cx="9857356" cy="8125418"/>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53A54"/>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3" name="Text 1"/>
          <p:cNvSpPr/>
          <p:nvPr/>
        </p:nvSpPr>
        <p:spPr>
          <a:xfrm>
            <a:off x="914400" y="504825"/>
            <a:ext cx="1810512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22D3C0"/>
                </a:solidFill>
                <a:latin typeface="Arial" pitchFamily="34" charset="0"/>
                <a:ea typeface="Arial" pitchFamily="34" charset="-122"/>
                <a:cs typeface="Arial" pitchFamily="34" charset="-120"/>
              </a:rPr>
              <a:t>SYSTEM DESIGN</a:t>
            </a:r>
            <a:endParaRPr lang="en-US" sz="1800" dirty="0"/>
          </a:p>
        </p:txBody>
      </p:sp>
      <p:sp>
        <p:nvSpPr>
          <p:cNvPr id="4" name="Text 2"/>
          <p:cNvSpPr/>
          <p:nvPr/>
        </p:nvSpPr>
        <p:spPr>
          <a:xfrm>
            <a:off x="914400" y="828675"/>
            <a:ext cx="1810512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요구사항 정의서 </a:t>
            </a:r>
            <a:r>
              <a:rPr lang="en-US" sz="5100" b="1" dirty="0">
                <a:solidFill>
                  <a:srgbClr val="22D3C0"/>
                </a:solidFill>
                <a:latin typeface="Arial" pitchFamily="34" charset="0"/>
                <a:ea typeface="Arial" pitchFamily="34" charset="-122"/>
                <a:cs typeface="Arial" pitchFamily="34" charset="-120"/>
              </a:rPr>
              <a:t>(2)</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945654" y="2593082"/>
            <a:ext cx="8064996" cy="6653312"/>
          </a:xfrm>
          <a:prstGeom prst="roundRect">
            <a:avLst>
              <a:gd name="adj" fmla="val 1718"/>
            </a:avLst>
          </a:prstGeom>
          <a:ln/>
          <a:effectLst>
            <a:outerShdw blurRad="304800" dist="38100" dir="5400000" algn="bl" rotWithShape="0">
              <a:srgbClr val="000000">
                <a:alpha val="30000"/>
              </a:srgbClr>
            </a:outerShdw>
          </a:effectLst>
        </p:spPr>
        <p:txBody>
          <a:bodyPr/>
          <a:lstStyle/>
          <a:p>
            <a:endParaRPr lang="ko-KR" altLang="en-US"/>
          </a:p>
        </p:txBody>
      </p:sp>
      <p:grpSp>
        <p:nvGrpSpPr>
          <p:cNvPr id="13" name="그룹 12">
            <a:extLst>
              <a:ext uri="{FF2B5EF4-FFF2-40B4-BE49-F238E27FC236}">
                <a16:creationId xmlns:a16="http://schemas.microsoft.com/office/drawing/2014/main" id="{A34A2F20-EC63-E5C6-BD48-01AF1FC198E2}"/>
              </a:ext>
            </a:extLst>
          </p:cNvPr>
          <p:cNvGrpSpPr/>
          <p:nvPr/>
        </p:nvGrpSpPr>
        <p:grpSpPr>
          <a:xfrm>
            <a:off x="196683" y="1680138"/>
            <a:ext cx="9043416" cy="8428863"/>
            <a:chOff x="196683" y="1680138"/>
            <a:chExt cx="9043416" cy="8428863"/>
          </a:xfrm>
        </p:grpSpPr>
        <p:sp>
          <p:nvSpPr>
            <p:cNvPr id="9" name="사각형: 둥근 모서리 8">
              <a:extLst>
                <a:ext uri="{FF2B5EF4-FFF2-40B4-BE49-F238E27FC236}">
                  <a16:creationId xmlns:a16="http://schemas.microsoft.com/office/drawing/2014/main" id="{8B526AE4-2C47-BDC9-01F1-CA31262E5909}"/>
                </a:ext>
              </a:extLst>
            </p:cNvPr>
            <p:cNvSpPr/>
            <p:nvPr/>
          </p:nvSpPr>
          <p:spPr>
            <a:xfrm>
              <a:off x="196683" y="1680138"/>
              <a:ext cx="9043416" cy="8428863"/>
            </a:xfrm>
            <a:prstGeom prst="roundRect">
              <a:avLst>
                <a:gd name="adj" fmla="val 5493"/>
              </a:avLst>
            </a:prstGeom>
            <a:solidFill>
              <a:srgbClr val="F8FA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Image 0" descr="preencoded.png"/>
            <p:cNvPicPr>
              <a:picLocks noChangeAspect="1"/>
            </p:cNvPicPr>
            <p:nvPr/>
          </p:nvPicPr>
          <p:blipFill>
            <a:blip r:embed="rId3"/>
            <a:srcRect/>
            <a:stretch/>
          </p:blipFill>
          <p:spPr>
            <a:xfrm>
              <a:off x="353969" y="1868222"/>
              <a:ext cx="8728844" cy="8052694"/>
            </a:xfrm>
            <a:prstGeom prst="rect">
              <a:avLst/>
            </a:prstGeom>
          </p:spPr>
        </p:pic>
      </p:grpSp>
      <p:sp>
        <p:nvSpPr>
          <p:cNvPr id="7" name="Shape 4">
            <a:extLst>
              <a:ext uri="{C183D7F6-B498-43B3-948B-1728B52AA6E4}">
                <adec:decorative xmlns:adec="http://schemas.microsoft.com/office/drawing/2017/decorative" val="1"/>
              </a:ext>
            </a:extLst>
          </p:cNvPr>
          <p:cNvSpPr/>
          <p:nvPr/>
        </p:nvSpPr>
        <p:spPr>
          <a:xfrm>
            <a:off x="9277350" y="4670227"/>
            <a:ext cx="8064996" cy="2499023"/>
          </a:xfrm>
          <a:prstGeom prst="roundRect">
            <a:avLst>
              <a:gd name="adj" fmla="val 4574"/>
            </a:avLst>
          </a:prstGeom>
          <a:ln/>
          <a:effectLst>
            <a:outerShdw blurRad="304800" dist="38100" dir="5400000" algn="bl" rotWithShape="0">
              <a:srgbClr val="000000">
                <a:alpha val="30000"/>
              </a:srgbClr>
            </a:outerShdw>
          </a:effectLst>
        </p:spPr>
        <p:txBody>
          <a:bodyPr/>
          <a:lstStyle/>
          <a:p>
            <a:endParaRPr lang="ko-KR" altLang="en-US"/>
          </a:p>
        </p:txBody>
      </p:sp>
      <p:grpSp>
        <p:nvGrpSpPr>
          <p:cNvPr id="14" name="그룹 13">
            <a:extLst>
              <a:ext uri="{FF2B5EF4-FFF2-40B4-BE49-F238E27FC236}">
                <a16:creationId xmlns:a16="http://schemas.microsoft.com/office/drawing/2014/main" id="{8333BF40-2B40-CC38-D6F3-EF0CE55C715A}"/>
              </a:ext>
            </a:extLst>
          </p:cNvPr>
          <p:cNvGrpSpPr/>
          <p:nvPr/>
        </p:nvGrpSpPr>
        <p:grpSpPr>
          <a:xfrm>
            <a:off x="9397385" y="3511296"/>
            <a:ext cx="8694453" cy="4361688"/>
            <a:chOff x="9351852" y="3511296"/>
            <a:chExt cx="8840403" cy="4361688"/>
          </a:xfrm>
        </p:grpSpPr>
        <p:sp>
          <p:nvSpPr>
            <p:cNvPr id="10" name="사각형: 둥근 모서리 9">
              <a:extLst>
                <a:ext uri="{FF2B5EF4-FFF2-40B4-BE49-F238E27FC236}">
                  <a16:creationId xmlns:a16="http://schemas.microsoft.com/office/drawing/2014/main" id="{600E77F1-DE9A-D1AE-BC47-B16AB947E395}"/>
                </a:ext>
              </a:extLst>
            </p:cNvPr>
            <p:cNvSpPr/>
            <p:nvPr/>
          </p:nvSpPr>
          <p:spPr>
            <a:xfrm>
              <a:off x="9351852" y="3511296"/>
              <a:ext cx="8840403" cy="4361688"/>
            </a:xfrm>
            <a:prstGeom prst="roundRect">
              <a:avLst/>
            </a:prstGeom>
            <a:solidFill>
              <a:srgbClr val="F8FA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Image 1" descr="preencoded.png"/>
            <p:cNvPicPr>
              <a:picLocks noChangeAspect="1"/>
            </p:cNvPicPr>
            <p:nvPr/>
          </p:nvPicPr>
          <p:blipFill>
            <a:blip r:embed="rId4"/>
            <a:srcRect l="-1" r="-1"/>
            <a:stretch/>
          </p:blipFill>
          <p:spPr>
            <a:xfrm>
              <a:off x="9473184" y="4116353"/>
              <a:ext cx="8618134" cy="3151573"/>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353A54"/>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3" name="Text 1"/>
          <p:cNvSpPr/>
          <p:nvPr/>
        </p:nvSpPr>
        <p:spPr>
          <a:xfrm>
            <a:off x="914400" y="466725"/>
            <a:ext cx="8692833"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22D3C0"/>
                </a:solidFill>
                <a:latin typeface="Arial" pitchFamily="34" charset="0"/>
                <a:ea typeface="Arial" pitchFamily="34" charset="-122"/>
                <a:cs typeface="Arial" pitchFamily="34" charset="-120"/>
              </a:rPr>
              <a:t>ER DIAGRAM · 1/3</a:t>
            </a:r>
            <a:endParaRPr lang="en-US" sz="1800" dirty="0"/>
          </a:p>
        </p:txBody>
      </p:sp>
      <p:sp>
        <p:nvSpPr>
          <p:cNvPr id="4" name="Text 2"/>
          <p:cNvSpPr/>
          <p:nvPr/>
        </p:nvSpPr>
        <p:spPr>
          <a:xfrm>
            <a:off x="914400" y="790575"/>
            <a:ext cx="8692833"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회원 &amp; 계정 보안 &amp; 결제/쿠폰</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12609016" y="873125"/>
            <a:ext cx="4764584" cy="444500"/>
          </a:xfrm>
          <a:prstGeom prst="roundRect">
            <a:avLst>
              <a:gd name="adj" fmla="val 50000"/>
            </a:avLst>
          </a:prstGeom>
          <a:solidFill>
            <a:srgbClr val="22D3C0">
              <a:alpha val="12000"/>
            </a:srgbClr>
          </a:solidFill>
          <a:ln w="12700">
            <a:solidFill>
              <a:srgbClr val="22D3C0">
                <a:alpha val="30000"/>
              </a:srgbClr>
            </a:solidFill>
            <a:prstDash val="solid"/>
          </a:ln>
        </p:spPr>
        <p:txBody>
          <a:bodyPr/>
          <a:lstStyle/>
          <a:p>
            <a:endParaRPr lang="ko-KR" altLang="en-US"/>
          </a:p>
        </p:txBody>
      </p:sp>
      <p:sp>
        <p:nvSpPr>
          <p:cNvPr id="6" name="Text 4"/>
          <p:cNvSpPr/>
          <p:nvPr/>
        </p:nvSpPr>
        <p:spPr>
          <a:xfrm>
            <a:off x="12831266" y="962025"/>
            <a:ext cx="4463021"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22D3C0"/>
                </a:solidFill>
                <a:latin typeface="Arial" pitchFamily="34" charset="0"/>
                <a:ea typeface="Arial" pitchFamily="34" charset="-122"/>
                <a:cs typeface="Arial" pitchFamily="34" charset="-120"/>
              </a:rPr>
              <a:t>users · coupon · payment · partner_inquiry</a:t>
            </a:r>
            <a:endParaRPr lang="en-US" sz="1800" dirty="0"/>
          </a:p>
        </p:txBody>
      </p:sp>
      <p:grpSp>
        <p:nvGrpSpPr>
          <p:cNvPr id="14" name="그룹 13">
            <a:extLst>
              <a:ext uri="{FF2B5EF4-FFF2-40B4-BE49-F238E27FC236}">
                <a16:creationId xmlns:a16="http://schemas.microsoft.com/office/drawing/2014/main" id="{14182F56-94F6-CD14-0A49-CED31387B2DB}"/>
              </a:ext>
            </a:extLst>
          </p:cNvPr>
          <p:cNvGrpSpPr/>
          <p:nvPr/>
        </p:nvGrpSpPr>
        <p:grpSpPr>
          <a:xfrm>
            <a:off x="914400" y="1895475"/>
            <a:ext cx="16459200" cy="8048625"/>
            <a:chOff x="914400" y="1895475"/>
            <a:chExt cx="16459200" cy="8048625"/>
          </a:xfrm>
        </p:grpSpPr>
        <p:sp>
          <p:nvSpPr>
            <p:cNvPr id="7" name="Shape 5"/>
            <p:cNvSpPr/>
            <p:nvPr/>
          </p:nvSpPr>
          <p:spPr>
            <a:xfrm>
              <a:off x="914400" y="1895475"/>
              <a:ext cx="16459200" cy="8048625"/>
            </a:xfrm>
            <a:prstGeom prst="roundRect">
              <a:avLst>
                <a:gd name="adj" fmla="val 1657"/>
              </a:avLst>
            </a:prstGeom>
            <a:solidFill>
              <a:srgbClr val="F8FAFC"/>
            </a:solidFill>
            <a:ln w="6350">
              <a:solidFill>
                <a:srgbClr val="FFFFFF">
                  <a:alpha val="11000"/>
                </a:srgbClr>
              </a:solidFill>
              <a:prstDash val="solid"/>
            </a:ln>
          </p:spPr>
          <p:txBody>
            <a:bodyPr/>
            <a:lstStyle/>
            <a:p>
              <a:endParaRPr lang="ko-KR" altLang="en-US"/>
            </a:p>
          </p:txBody>
        </p:sp>
        <p:pic>
          <p:nvPicPr>
            <p:cNvPr id="12" name="그림 11" descr="The image appears to be a complex hierarchical diagram or tree structure, possibly representing a database schema or a system's architecture. It includes various entities like users, coupons, queries, emails, wishlists, and more, with their attributes and relationships such as primary keys (PK), foreign keys, and different data types (string, integer, timestamp, etc.).&#10;&#10;AI 생성 콘텐츠는 정확하지 않을 수 있습니다.">
              <a:extLst>
                <a:ext uri="{FF2B5EF4-FFF2-40B4-BE49-F238E27FC236}">
                  <a16:creationId xmlns:a16="http://schemas.microsoft.com/office/drawing/2014/main" id="{C29360B0-2728-FD21-A0C3-A49A5B6A4DA0}"/>
                </a:ext>
              </a:extLst>
            </p:cNvPr>
            <p:cNvPicPr>
              <a:picLocks noChangeAspect="1"/>
            </p:cNvPicPr>
            <p:nvPr/>
          </p:nvPicPr>
          <p:blipFill>
            <a:blip r:embed="rId3"/>
            <a:stretch>
              <a:fillRect/>
            </a:stretch>
          </p:blipFill>
          <p:spPr>
            <a:xfrm>
              <a:off x="1014984" y="2886075"/>
              <a:ext cx="16279303" cy="5832608"/>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353A54"/>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3" name="Text 1"/>
          <p:cNvSpPr/>
          <p:nvPr/>
        </p:nvSpPr>
        <p:spPr>
          <a:xfrm>
            <a:off x="914400" y="466725"/>
            <a:ext cx="6510784"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22D3C0"/>
                </a:solidFill>
                <a:latin typeface="Arial" pitchFamily="34" charset="0"/>
                <a:ea typeface="Arial" pitchFamily="34" charset="-122"/>
                <a:cs typeface="Arial" pitchFamily="34" charset="-120"/>
              </a:rPr>
              <a:t>ER DIAGRAM · 2/3</a:t>
            </a:r>
            <a:endParaRPr lang="en-US" sz="1800" dirty="0"/>
          </a:p>
        </p:txBody>
      </p:sp>
      <p:sp>
        <p:nvSpPr>
          <p:cNvPr id="4" name="Text 2"/>
          <p:cNvSpPr/>
          <p:nvPr/>
        </p:nvSpPr>
        <p:spPr>
          <a:xfrm>
            <a:off x="914400" y="790575"/>
            <a:ext cx="6510784"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축제 정보 &amp; 좌석 예매</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11326118" y="873125"/>
            <a:ext cx="6047482" cy="444500"/>
          </a:xfrm>
          <a:prstGeom prst="roundRect">
            <a:avLst>
              <a:gd name="adj" fmla="val 50000"/>
            </a:avLst>
          </a:prstGeom>
          <a:solidFill>
            <a:srgbClr val="22D3C0">
              <a:alpha val="12000"/>
            </a:srgbClr>
          </a:solidFill>
          <a:ln w="12700">
            <a:solidFill>
              <a:srgbClr val="22D3C0">
                <a:alpha val="30000"/>
              </a:srgbClr>
            </a:solidFill>
            <a:prstDash val="solid"/>
          </a:ln>
        </p:spPr>
        <p:txBody>
          <a:bodyPr/>
          <a:lstStyle/>
          <a:p>
            <a:endParaRPr lang="ko-KR" altLang="en-US"/>
          </a:p>
        </p:txBody>
      </p:sp>
      <p:sp>
        <p:nvSpPr>
          <p:cNvPr id="6" name="Text 4"/>
          <p:cNvSpPr/>
          <p:nvPr/>
        </p:nvSpPr>
        <p:spPr>
          <a:xfrm>
            <a:off x="11548368" y="962025"/>
            <a:ext cx="5784407"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22D3C0"/>
                </a:solidFill>
                <a:latin typeface="Arial" pitchFamily="34" charset="0"/>
                <a:ea typeface="Arial" pitchFamily="34" charset="-122"/>
                <a:cs typeface="Arial" pitchFamily="34" charset="-120"/>
              </a:rPr>
              <a:t>festival · festival_zone · seat_map · orders · order_item</a:t>
            </a:r>
            <a:endParaRPr lang="en-US" sz="1800" dirty="0"/>
          </a:p>
        </p:txBody>
      </p:sp>
      <p:grpSp>
        <p:nvGrpSpPr>
          <p:cNvPr id="13" name="그룹 12">
            <a:extLst>
              <a:ext uri="{FF2B5EF4-FFF2-40B4-BE49-F238E27FC236}">
                <a16:creationId xmlns:a16="http://schemas.microsoft.com/office/drawing/2014/main" id="{A38E31CA-E07E-27EE-1C11-615DE1F8C2DC}"/>
              </a:ext>
            </a:extLst>
          </p:cNvPr>
          <p:cNvGrpSpPr/>
          <p:nvPr/>
        </p:nvGrpSpPr>
        <p:grpSpPr>
          <a:xfrm>
            <a:off x="914400" y="1851025"/>
            <a:ext cx="16459200" cy="8048625"/>
            <a:chOff x="914400" y="1851025"/>
            <a:chExt cx="16459200" cy="8048625"/>
          </a:xfrm>
        </p:grpSpPr>
        <p:sp>
          <p:nvSpPr>
            <p:cNvPr id="10" name="Shape 5">
              <a:extLst>
                <a:ext uri="{FF2B5EF4-FFF2-40B4-BE49-F238E27FC236}">
                  <a16:creationId xmlns:a16="http://schemas.microsoft.com/office/drawing/2014/main" id="{0ECBF844-E5A1-659D-DD79-43BC34E702AA}"/>
                </a:ext>
              </a:extLst>
            </p:cNvPr>
            <p:cNvSpPr/>
            <p:nvPr/>
          </p:nvSpPr>
          <p:spPr>
            <a:xfrm>
              <a:off x="914400" y="1851025"/>
              <a:ext cx="16459200" cy="8048625"/>
            </a:xfrm>
            <a:prstGeom prst="roundRect">
              <a:avLst>
                <a:gd name="adj" fmla="val 1657"/>
              </a:avLst>
            </a:prstGeom>
            <a:solidFill>
              <a:srgbClr val="F8FAFC"/>
            </a:solidFill>
            <a:ln w="6350">
              <a:solidFill>
                <a:srgbClr val="FFFFFF">
                  <a:alpha val="11000"/>
                </a:srgbClr>
              </a:solidFill>
              <a:prstDash val="solid"/>
            </a:ln>
          </p:spPr>
          <p:txBody>
            <a:bodyPr/>
            <a:lstStyle/>
            <a:p>
              <a:endParaRPr lang="ko-KR" altLang="en-US"/>
            </a:p>
          </p:txBody>
        </p:sp>
        <p:pic>
          <p:nvPicPr>
            <p:cNvPr id="8" name="Image 0" descr="preencoded.png"/>
            <p:cNvPicPr>
              <a:picLocks noChangeAspect="1"/>
            </p:cNvPicPr>
            <p:nvPr/>
          </p:nvPicPr>
          <p:blipFill>
            <a:blip r:embed="rId3"/>
            <a:srcRect/>
            <a:stretch/>
          </p:blipFill>
          <p:spPr>
            <a:xfrm>
              <a:off x="6239172" y="2143126"/>
              <a:ext cx="5809655" cy="7540806"/>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53A54"/>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3" name="Text 1"/>
          <p:cNvSpPr/>
          <p:nvPr/>
        </p:nvSpPr>
        <p:spPr>
          <a:xfrm>
            <a:off x="914400" y="466725"/>
            <a:ext cx="7641481"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22D3C0"/>
                </a:solidFill>
                <a:latin typeface="Arial" pitchFamily="34" charset="0"/>
                <a:ea typeface="Arial" pitchFamily="34" charset="-122"/>
                <a:cs typeface="Arial" pitchFamily="34" charset="-120"/>
              </a:rPr>
              <a:t>ER DIAGRAM · 3/3</a:t>
            </a:r>
            <a:endParaRPr lang="en-US" sz="1800" dirty="0"/>
          </a:p>
        </p:txBody>
      </p:sp>
      <p:sp>
        <p:nvSpPr>
          <p:cNvPr id="4" name="Text 2"/>
          <p:cNvSpPr/>
          <p:nvPr/>
        </p:nvSpPr>
        <p:spPr>
          <a:xfrm>
            <a:off x="914400" y="790575"/>
            <a:ext cx="7641481"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상점 &amp; 스마트오더 &amp; 정산</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12762012" y="873125"/>
            <a:ext cx="4611588" cy="444500"/>
          </a:xfrm>
          <a:prstGeom prst="roundRect">
            <a:avLst>
              <a:gd name="adj" fmla="val 50000"/>
            </a:avLst>
          </a:prstGeom>
          <a:solidFill>
            <a:srgbClr val="22D3C0">
              <a:alpha val="12000"/>
            </a:srgbClr>
          </a:solidFill>
          <a:ln w="12700">
            <a:solidFill>
              <a:srgbClr val="22D3C0">
                <a:alpha val="30000"/>
              </a:srgbClr>
            </a:solidFill>
            <a:prstDash val="solid"/>
          </a:ln>
        </p:spPr>
        <p:txBody>
          <a:bodyPr/>
          <a:lstStyle/>
          <a:p>
            <a:endParaRPr lang="ko-KR" altLang="en-US"/>
          </a:p>
        </p:txBody>
      </p:sp>
      <p:sp>
        <p:nvSpPr>
          <p:cNvPr id="6" name="Text 4"/>
          <p:cNvSpPr/>
          <p:nvPr/>
        </p:nvSpPr>
        <p:spPr>
          <a:xfrm>
            <a:off x="12984262" y="962025"/>
            <a:ext cx="4305436"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22D3C0"/>
                </a:solidFill>
                <a:latin typeface="Arial" pitchFamily="34" charset="0"/>
                <a:ea typeface="Arial" pitchFamily="34" charset="-122"/>
                <a:cs typeface="Arial" pitchFamily="34" charset="-120"/>
              </a:rPr>
              <a:t>store · product · smart_order · settlement</a:t>
            </a:r>
            <a:endParaRPr lang="en-US" sz="1800" dirty="0"/>
          </a:p>
        </p:txBody>
      </p:sp>
      <p:grpSp>
        <p:nvGrpSpPr>
          <p:cNvPr id="11" name="그룹 10">
            <a:extLst>
              <a:ext uri="{FF2B5EF4-FFF2-40B4-BE49-F238E27FC236}">
                <a16:creationId xmlns:a16="http://schemas.microsoft.com/office/drawing/2014/main" id="{E94DFE4A-5361-4AF9-471E-AA3B3ED96ECF}"/>
              </a:ext>
            </a:extLst>
          </p:cNvPr>
          <p:cNvGrpSpPr/>
          <p:nvPr/>
        </p:nvGrpSpPr>
        <p:grpSpPr>
          <a:xfrm>
            <a:off x="914400" y="1851025"/>
            <a:ext cx="16459200" cy="8048625"/>
            <a:chOff x="914400" y="1851025"/>
            <a:chExt cx="16459200" cy="8048625"/>
          </a:xfrm>
        </p:grpSpPr>
        <p:sp>
          <p:nvSpPr>
            <p:cNvPr id="7" name="Shape 5"/>
            <p:cNvSpPr/>
            <p:nvPr/>
          </p:nvSpPr>
          <p:spPr>
            <a:xfrm>
              <a:off x="914400" y="1851025"/>
              <a:ext cx="16459200" cy="8048625"/>
            </a:xfrm>
            <a:prstGeom prst="roundRect">
              <a:avLst>
                <a:gd name="adj" fmla="val 1657"/>
              </a:avLst>
            </a:prstGeom>
            <a:solidFill>
              <a:srgbClr val="F8FAFC"/>
            </a:solidFill>
            <a:ln w="6350">
              <a:solidFill>
                <a:srgbClr val="FFFFFF">
                  <a:alpha val="11000"/>
                </a:srgbClr>
              </a:solidFill>
              <a:prstDash val="solid"/>
            </a:ln>
          </p:spPr>
          <p:txBody>
            <a:bodyPr/>
            <a:lstStyle/>
            <a:p>
              <a:endParaRPr lang="ko-KR" altLang="en-US"/>
            </a:p>
          </p:txBody>
        </p:sp>
        <p:pic>
          <p:nvPicPr>
            <p:cNvPr id="10" name="그림 9" descr="The image displays a complex Supabase schema diagram, featuring relationships among various entities like 'shop_profiles', 'shop_orders', 'shop_products', and 'store_wait_time_logs', among others, indicating data structures for an e-commerce platform.&#10;&#10;AI 생성 콘텐츠는 정확하지 않을 수 있습니다.">
              <a:extLst>
                <a:ext uri="{FF2B5EF4-FFF2-40B4-BE49-F238E27FC236}">
                  <a16:creationId xmlns:a16="http://schemas.microsoft.com/office/drawing/2014/main" id="{87F47B68-103D-B8EC-152D-4FE331BC771E}"/>
                </a:ext>
              </a:extLst>
            </p:cNvPr>
            <p:cNvPicPr>
              <a:picLocks noChangeAspect="1"/>
            </p:cNvPicPr>
            <p:nvPr/>
          </p:nvPicPr>
          <p:blipFill>
            <a:blip r:embed="rId3"/>
            <a:stretch>
              <a:fillRect/>
            </a:stretch>
          </p:blipFill>
          <p:spPr>
            <a:xfrm>
              <a:off x="962264" y="2587625"/>
              <a:ext cx="16363472" cy="6919249"/>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53A54"/>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3" name="Text 1"/>
          <p:cNvSpPr/>
          <p:nvPr/>
        </p:nvSpPr>
        <p:spPr>
          <a:xfrm>
            <a:off x="914400" y="504825"/>
            <a:ext cx="1810512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22D3C0"/>
                </a:solidFill>
                <a:latin typeface="Arial" pitchFamily="34" charset="0"/>
                <a:ea typeface="Arial" pitchFamily="34" charset="-122"/>
                <a:cs typeface="Arial" pitchFamily="34" charset="-120"/>
              </a:rPr>
              <a:t>SYSTEM DESIGN</a:t>
            </a:r>
            <a:endParaRPr lang="en-US" sz="1800" dirty="0"/>
          </a:p>
        </p:txBody>
      </p:sp>
      <p:sp>
        <p:nvSpPr>
          <p:cNvPr id="4" name="Text 2"/>
          <p:cNvSpPr/>
          <p:nvPr/>
        </p:nvSpPr>
        <p:spPr>
          <a:xfrm>
            <a:off x="914400" y="828675"/>
            <a:ext cx="1810512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유스케이스 다이어그램</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3621782" y="2014538"/>
            <a:ext cx="11044436" cy="7810401"/>
          </a:xfrm>
          <a:prstGeom prst="roundRect">
            <a:avLst>
              <a:gd name="adj" fmla="val 1463"/>
            </a:avLst>
          </a:prstGeom>
          <a:ln/>
          <a:effectLst>
            <a:outerShdw blurRad="304800" dist="38100" dir="5400000" algn="bl" rotWithShape="0">
              <a:srgbClr val="000000">
                <a:alpha val="30000"/>
              </a:srgbClr>
            </a:outerShdw>
          </a:effectLst>
        </p:spPr>
        <p:txBody>
          <a:bodyPr/>
          <a:lstStyle/>
          <a:p>
            <a:endParaRPr lang="ko-KR" altLang="en-US"/>
          </a:p>
        </p:txBody>
      </p:sp>
      <p:grpSp>
        <p:nvGrpSpPr>
          <p:cNvPr id="8" name="그룹 7">
            <a:extLst>
              <a:ext uri="{FF2B5EF4-FFF2-40B4-BE49-F238E27FC236}">
                <a16:creationId xmlns:a16="http://schemas.microsoft.com/office/drawing/2014/main" id="{C6AA2430-8DEC-8D45-B760-36CB18FAC211}"/>
              </a:ext>
            </a:extLst>
          </p:cNvPr>
          <p:cNvGrpSpPr/>
          <p:nvPr/>
        </p:nvGrpSpPr>
        <p:grpSpPr>
          <a:xfrm>
            <a:off x="2871216" y="1651882"/>
            <a:ext cx="13149072" cy="8396564"/>
            <a:chOff x="2871216" y="1651882"/>
            <a:chExt cx="13149072" cy="8396564"/>
          </a:xfrm>
        </p:grpSpPr>
        <p:sp>
          <p:nvSpPr>
            <p:cNvPr id="7" name="사각형: 둥근 모서리 6">
              <a:extLst>
                <a:ext uri="{FF2B5EF4-FFF2-40B4-BE49-F238E27FC236}">
                  <a16:creationId xmlns:a16="http://schemas.microsoft.com/office/drawing/2014/main" id="{66B1E8DF-1264-2BD2-6CF6-BF0C1A11B77D}"/>
                </a:ext>
              </a:extLst>
            </p:cNvPr>
            <p:cNvSpPr/>
            <p:nvPr/>
          </p:nvSpPr>
          <p:spPr>
            <a:xfrm>
              <a:off x="2871216" y="1651882"/>
              <a:ext cx="13149072" cy="8396564"/>
            </a:xfrm>
            <a:prstGeom prst="roundRect">
              <a:avLst>
                <a:gd name="adj" fmla="val 9479"/>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Image 0" descr="preencoded.png"/>
            <p:cNvPicPr>
              <a:picLocks noChangeAspect="1"/>
            </p:cNvPicPr>
            <p:nvPr/>
          </p:nvPicPr>
          <p:blipFill>
            <a:blip r:embed="rId3"/>
            <a:srcRect/>
            <a:stretch/>
          </p:blipFill>
          <p:spPr>
            <a:xfrm>
              <a:off x="3435502" y="1819275"/>
              <a:ext cx="12118442" cy="8005664"/>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304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Text 0"/>
          <p:cNvSpPr/>
          <p:nvPr/>
        </p:nvSpPr>
        <p:spPr>
          <a:xfrm>
            <a:off x="8211741" y="3725863"/>
            <a:ext cx="2050862" cy="361950"/>
          </a:xfrm>
          <a:prstGeom prst="rect">
            <a:avLst/>
          </a:prstGeom>
          <a:noFill/>
          <a:ln/>
        </p:spPr>
        <p:txBody>
          <a:bodyPr wrap="square" lIns="25400" tIns="25400" rIns="25400" bIns="25400" rtlCol="0" anchor="t">
            <a:normAutofit fontScale="62500" lnSpcReduction="20000"/>
          </a:bodyPr>
          <a:lstStyle/>
          <a:p>
            <a:pPr marL="0" indent="0" algn="l">
              <a:buNone/>
            </a:pPr>
            <a:r>
              <a:rPr lang="en-US" sz="1950" kern="0" spc="750" dirty="0">
                <a:solidFill>
                  <a:srgbClr val="F26B5B">
                    <a:alpha val="70000"/>
                  </a:srgbClr>
                </a:solidFill>
                <a:latin typeface="Arial" pitchFamily="34" charset="0"/>
                <a:ea typeface="Arial" pitchFamily="34" charset="-122"/>
                <a:cs typeface="Arial" pitchFamily="34" charset="-120"/>
              </a:rPr>
              <a:t>CHAPTER 03</a:t>
            </a:r>
            <a:endParaRPr lang="en-US" sz="1950" dirty="0"/>
          </a:p>
        </p:txBody>
      </p:sp>
      <p:sp>
        <p:nvSpPr>
          <p:cNvPr id="4" name="Text 1"/>
          <p:cNvSpPr/>
          <p:nvPr/>
        </p:nvSpPr>
        <p:spPr>
          <a:xfrm>
            <a:off x="7306667" y="4221163"/>
            <a:ext cx="4042132" cy="1416050"/>
          </a:xfrm>
          <a:prstGeom prst="rect">
            <a:avLst/>
          </a:prstGeom>
          <a:noFill/>
          <a:ln/>
        </p:spPr>
        <p:txBody>
          <a:bodyPr wrap="square" lIns="25400" tIns="25400" rIns="25400" bIns="25400" rtlCol="0" anchor="t">
            <a:normAutofit/>
          </a:bodyPr>
          <a:lstStyle/>
          <a:p>
            <a:pPr marL="0" indent="0" algn="l">
              <a:buNone/>
            </a:pPr>
            <a:r>
              <a:rPr lang="en-US" sz="7500" b="1" kern="0" spc="-150" dirty="0">
                <a:solidFill>
                  <a:srgbClr val="FFFFFF"/>
                </a:solidFill>
                <a:latin typeface="Arial" pitchFamily="34" charset="0"/>
                <a:ea typeface="Arial" pitchFamily="34" charset="-122"/>
                <a:cs typeface="Arial" pitchFamily="34" charset="-120"/>
              </a:rPr>
              <a:t>세부 기능</a:t>
            </a:r>
            <a:endParaRPr lang="en-US" sz="7500" dirty="0"/>
          </a:p>
        </p:txBody>
      </p:sp>
      <p:sp>
        <p:nvSpPr>
          <p:cNvPr id="5" name="Text 2"/>
          <p:cNvSpPr/>
          <p:nvPr/>
        </p:nvSpPr>
        <p:spPr>
          <a:xfrm>
            <a:off x="8096349" y="5732463"/>
            <a:ext cx="2304723" cy="533400"/>
          </a:xfrm>
          <a:prstGeom prst="rect">
            <a:avLst/>
          </a:prstGeom>
          <a:noFill/>
          <a:ln/>
        </p:spPr>
        <p:txBody>
          <a:bodyPr wrap="square" lIns="25400" tIns="25400" rIns="25400" bIns="25400" rtlCol="0" anchor="t">
            <a:normAutofit fontScale="62500" lnSpcReduction="20000"/>
          </a:bodyPr>
          <a:lstStyle/>
          <a:p>
            <a:pPr marL="0" indent="0" algn="l">
              <a:buNone/>
            </a:pPr>
            <a:r>
              <a:rPr lang="en-US" sz="3000" kern="0" spc="300" dirty="0">
                <a:solidFill>
                  <a:srgbClr val="FFFFFF">
                    <a:alpha val="40000"/>
                  </a:srgbClr>
                </a:solidFill>
                <a:latin typeface="Arial" pitchFamily="34" charset="0"/>
                <a:ea typeface="Arial" pitchFamily="34" charset="-122"/>
                <a:cs typeface="Arial" pitchFamily="34" charset="-120"/>
              </a:rPr>
              <a:t>KEY FEATURES</a:t>
            </a:r>
            <a:endParaRPr lang="en-US" sz="3000" dirty="0"/>
          </a:p>
        </p:txBody>
      </p:sp>
      <p:sp>
        <p:nvSpPr>
          <p:cNvPr id="6" name="Shape 3">
            <a:extLst>
              <a:ext uri="{C183D7F6-B498-43B3-948B-1728B52AA6E4}">
                <adec:decorative xmlns:adec="http://schemas.microsoft.com/office/drawing/2017/decorative" val="1"/>
              </a:ext>
            </a:extLst>
          </p:cNvPr>
          <p:cNvSpPr/>
          <p:nvPr/>
        </p:nvSpPr>
        <p:spPr>
          <a:xfrm>
            <a:off x="8858250" y="6532563"/>
            <a:ext cx="571500" cy="28575"/>
          </a:xfrm>
          <a:prstGeom prst="roundRect">
            <a:avLst>
              <a:gd name="adj" fmla="val 50000"/>
            </a:avLst>
          </a:prstGeom>
          <a:gradFill rotWithShape="1">
            <a:gsLst>
              <a:gs pos="0">
                <a:srgbClr val="F26B5B">
                  <a:alpha val="100000"/>
                </a:srgbClr>
              </a:gs>
              <a:gs pos="100000">
                <a:srgbClr val="A78BFA">
                  <a:alpha val="100000"/>
                </a:srgbClr>
              </a:gs>
            </a:gsLst>
            <a:lin ang="0" scaled="0"/>
          </a:gradFill>
          <a:ln/>
        </p:spPr>
        <p:txBody>
          <a:bodyPr/>
          <a:lstStyle/>
          <a:p>
            <a:endParaRPr lang="ko-KR" altLang="en-US"/>
          </a:p>
        </p:txBody>
      </p:sp>
      <p:sp>
        <p:nvSpPr>
          <p:cNvPr id="7" name="Shape 4">
            <a:extLst>
              <a:ext uri="{C183D7F6-B498-43B3-948B-1728B52AA6E4}">
                <adec:decorative xmlns:adec="http://schemas.microsoft.com/office/drawing/2017/decorative" val="1"/>
              </a:ext>
            </a:extLst>
          </p:cNvPr>
          <p:cNvSpPr/>
          <p:nvPr/>
        </p:nvSpPr>
        <p:spPr>
          <a:xfrm>
            <a:off x="0" y="10239375"/>
            <a:ext cx="18288000" cy="47625"/>
          </a:xfrm>
          <a:prstGeom prst="rect">
            <a:avLst/>
          </a:prstGeom>
          <a:gradFill rotWithShape="1">
            <a:gsLst>
              <a:gs pos="0">
                <a:srgbClr val="F26B5B">
                  <a:alpha val="100000"/>
                </a:srgbClr>
              </a:gs>
              <a:gs pos="50000">
                <a:srgbClr val="A78BFA">
                  <a:alpha val="100000"/>
                </a:srgbClr>
              </a:gs>
              <a:gs pos="100000">
                <a:srgbClr val="F5C518">
                  <a:alpha val="100000"/>
                </a:srgbClr>
              </a:gs>
            </a:gsLst>
            <a:lin ang="0" scaled="0"/>
          </a:gradFill>
          <a:ln/>
        </p:spPr>
        <p:txBody>
          <a:bodyPr/>
          <a:lstStyle/>
          <a:p>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53A54"/>
        </a:solidFill>
        <a:effectLst/>
      </p:bgPr>
    </p:bg>
    <p:spTree>
      <p:nvGrpSpPr>
        <p:cNvPr id="1" name=""/>
        <p:cNvGrpSpPr/>
        <p:nvPr/>
      </p:nvGrpSpPr>
      <p:grpSpPr>
        <a:xfrm>
          <a:off x="0" y="0"/>
          <a:ext cx="0" cy="0"/>
          <a:chOff x="0" y="0"/>
          <a:chExt cx="0" cy="0"/>
        </a:xfrm>
      </p:grpSpPr>
      <p:sp>
        <p:nvSpPr>
          <p:cNvPr id="7" name="Shape 5">
            <a:extLst>
              <a:ext uri="{C183D7F6-B498-43B3-948B-1728B52AA6E4}">
                <adec:decorative xmlns:adec="http://schemas.microsoft.com/office/drawing/2017/decorative" val="1"/>
              </a:ext>
            </a:extLst>
          </p:cNvPr>
          <p:cNvSpPr/>
          <p:nvPr/>
        </p:nvSpPr>
        <p:spPr>
          <a:xfrm>
            <a:off x="5019675" y="1990725"/>
            <a:ext cx="3990975" cy="3881438"/>
          </a:xfrm>
          <a:prstGeom prst="roundRect">
            <a:avLst>
              <a:gd name="adj" fmla="val 2945"/>
            </a:avLst>
          </a:prstGeom>
          <a:blipFill dpi="0" rotWithShape="1">
            <a:blip r:embed="rId3">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dirty="0"/>
          </a:p>
        </p:txBody>
      </p:sp>
      <p:sp>
        <p:nvSpPr>
          <p:cNvPr id="8" name="Text 6"/>
          <p:cNvSpPr/>
          <p:nvPr/>
        </p:nvSpPr>
        <p:spPr>
          <a:xfrm>
            <a:off x="6419254" y="3601244"/>
            <a:ext cx="1191816" cy="698500"/>
          </a:xfrm>
          <a:prstGeom prst="rect">
            <a:avLst/>
          </a:prstGeom>
          <a:noFill/>
          <a:ln/>
        </p:spPr>
        <p:txBody>
          <a:bodyPr wrap="square" lIns="25400" tIns="25400" rIns="25400" bIns="25400" rtlCol="0" anchor="t">
            <a:normAutofit fontScale="92500"/>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티켓 예매 화면 이미지</a:t>
            </a:r>
            <a:endParaRPr lang="en-US" sz="1800" dirty="0"/>
          </a:p>
        </p:txBody>
      </p:sp>
      <p:sp>
        <p:nvSpPr>
          <p:cNvPr id="6" name="Text 4"/>
          <p:cNvSpPr/>
          <p:nvPr/>
        </p:nvSpPr>
        <p:spPr>
          <a:xfrm>
            <a:off x="2087171" y="3601244"/>
            <a:ext cx="1645432" cy="698500"/>
          </a:xfrm>
          <a:prstGeom prst="rect">
            <a:avLst/>
          </a:prstGeom>
          <a:noFill/>
          <a:ln/>
        </p:spPr>
        <p:txBody>
          <a:bodyPr wrap="square" lIns="25400" tIns="25400" rIns="25400" bIns="25400" rtlCol="0" anchor="t">
            <a:normAutofit/>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실시간 좌석 맵 화면 이미지</a:t>
            </a:r>
            <a:endParaRPr lang="en-US" sz="1800" dirty="0"/>
          </a:p>
        </p:txBody>
      </p:sp>
      <p:sp>
        <p:nvSpPr>
          <p:cNvPr id="10" name="Text 8"/>
          <p:cNvSpPr/>
          <p:nvPr/>
        </p:nvSpPr>
        <p:spPr>
          <a:xfrm>
            <a:off x="2155781" y="7596982"/>
            <a:ext cx="1508212" cy="698500"/>
          </a:xfrm>
          <a:prstGeom prst="rect">
            <a:avLst/>
          </a:prstGeom>
          <a:noFill/>
          <a:ln/>
        </p:spPr>
        <p:txBody>
          <a:bodyPr wrap="square" lIns="25400" tIns="25400" rIns="25400" bIns="25400" rtlCol="0" anchor="t">
            <a:normAutofit/>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QR 티켓 화면 이미지</a:t>
            </a:r>
            <a:endParaRPr lang="en-US" sz="1800" dirty="0"/>
          </a:p>
        </p:txBody>
      </p:sp>
      <p:sp>
        <p:nvSpPr>
          <p:cNvPr id="12" name="Text 10"/>
          <p:cNvSpPr/>
          <p:nvPr/>
        </p:nvSpPr>
        <p:spPr>
          <a:xfrm>
            <a:off x="6224289" y="7596982"/>
            <a:ext cx="1581746" cy="698500"/>
          </a:xfrm>
          <a:prstGeom prst="rect">
            <a:avLst/>
          </a:prstGeom>
          <a:noFill/>
          <a:ln/>
        </p:spPr>
        <p:txBody>
          <a:bodyPr wrap="square" lIns="25400" tIns="25400" rIns="25400" bIns="25400" rtlCol="0" anchor="t">
            <a:normAutofit/>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QR 스캔 화면 이미지</a:t>
            </a:r>
            <a:endParaRPr lang="en-US" sz="1800" dirty="0"/>
          </a:p>
        </p:txBody>
      </p:sp>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F5C518">
                  <a:alpha val="100000"/>
                </a:srgbClr>
              </a:gs>
              <a:gs pos="100000">
                <a:srgbClr val="F26B5B">
                  <a:alpha val="100000"/>
                </a:srgbClr>
              </a:gs>
            </a:gsLst>
            <a:lin ang="0" scaled="0"/>
          </a:gradFill>
          <a:ln/>
        </p:spPr>
        <p:txBody>
          <a:bodyPr/>
          <a:lstStyle/>
          <a:p>
            <a:endParaRPr lang="ko-KR" altLang="en-US"/>
          </a:p>
        </p:txBody>
      </p:sp>
      <p:sp>
        <p:nvSpPr>
          <p:cNvPr id="3" name="Text 1"/>
          <p:cNvSpPr/>
          <p:nvPr/>
        </p:nvSpPr>
        <p:spPr>
          <a:xfrm>
            <a:off x="914400" y="504825"/>
            <a:ext cx="1810512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F5C518"/>
                </a:solidFill>
                <a:latin typeface="Arial" pitchFamily="34" charset="0"/>
                <a:ea typeface="Arial" pitchFamily="34" charset="-122"/>
                <a:cs typeface="Arial" pitchFamily="34" charset="-120"/>
              </a:rPr>
              <a:t>FEATURE 01</a:t>
            </a:r>
            <a:endParaRPr lang="en-US" sz="1800" dirty="0"/>
          </a:p>
        </p:txBody>
      </p:sp>
      <p:sp>
        <p:nvSpPr>
          <p:cNvPr id="4" name="Text 2"/>
          <p:cNvSpPr/>
          <p:nvPr/>
        </p:nvSpPr>
        <p:spPr>
          <a:xfrm>
            <a:off x="914400" y="828675"/>
            <a:ext cx="1810512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티켓팅 &amp; QR 시스템</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914400" y="1990725"/>
            <a:ext cx="3990975" cy="3881438"/>
          </a:xfrm>
          <a:prstGeom prst="roundRect">
            <a:avLst>
              <a:gd name="adj" fmla="val 2945"/>
            </a:avLst>
          </a:prstGeom>
          <a:blipFill dpi="0" rotWithShape="1">
            <a:blip r:embed="rId4">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9" name="Shape 7">
            <a:extLst>
              <a:ext uri="{C183D7F6-B498-43B3-948B-1728B52AA6E4}">
                <adec:decorative xmlns:adec="http://schemas.microsoft.com/office/drawing/2017/decorative" val="1"/>
              </a:ext>
            </a:extLst>
          </p:cNvPr>
          <p:cNvSpPr/>
          <p:nvPr/>
        </p:nvSpPr>
        <p:spPr>
          <a:xfrm>
            <a:off x="914400" y="5986463"/>
            <a:ext cx="3990975" cy="3881438"/>
          </a:xfrm>
          <a:prstGeom prst="roundRect">
            <a:avLst>
              <a:gd name="adj" fmla="val 2945"/>
            </a:avLst>
          </a:prstGeom>
          <a:blipFill dpi="0" rotWithShape="1">
            <a:blip r:embed="rId5">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11" name="Shape 9">
            <a:extLst>
              <a:ext uri="{C183D7F6-B498-43B3-948B-1728B52AA6E4}">
                <adec:decorative xmlns:adec="http://schemas.microsoft.com/office/drawing/2017/decorative" val="1"/>
              </a:ext>
            </a:extLst>
          </p:cNvPr>
          <p:cNvSpPr/>
          <p:nvPr/>
        </p:nvSpPr>
        <p:spPr>
          <a:xfrm>
            <a:off x="5019675" y="5986463"/>
            <a:ext cx="3990975" cy="3881438"/>
          </a:xfrm>
          <a:prstGeom prst="roundRect">
            <a:avLst>
              <a:gd name="adj" fmla="val 2945"/>
            </a:avLst>
          </a:prstGeom>
          <a:blipFill dpi="0" rotWithShape="1">
            <a:blip r:embed="rId6">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13" name="Shape 11">
            <a:extLst>
              <a:ext uri="{C183D7F6-B498-43B3-948B-1728B52AA6E4}">
                <adec:decorative xmlns:adec="http://schemas.microsoft.com/office/drawing/2017/decorative" val="1"/>
              </a:ext>
            </a:extLst>
          </p:cNvPr>
          <p:cNvSpPr/>
          <p:nvPr/>
        </p:nvSpPr>
        <p:spPr>
          <a:xfrm>
            <a:off x="9277350" y="3951982"/>
            <a:ext cx="8096250" cy="1229320"/>
          </a:xfrm>
          <a:prstGeom prst="roundRect">
            <a:avLst>
              <a:gd name="adj" fmla="val 9298"/>
            </a:avLst>
          </a:prstGeom>
          <a:solidFill>
            <a:srgbClr val="FFFFFF">
              <a:alpha val="7000"/>
            </a:srgbClr>
          </a:solidFill>
          <a:ln/>
        </p:spPr>
        <p:txBody>
          <a:bodyPr/>
          <a:lstStyle/>
          <a:p>
            <a:endParaRPr lang="ko-KR" altLang="en-US"/>
          </a:p>
        </p:txBody>
      </p:sp>
      <p:sp>
        <p:nvSpPr>
          <p:cNvPr id="14" name="Shape 12">
            <a:extLst>
              <a:ext uri="{C183D7F6-B498-43B3-948B-1728B52AA6E4}">
                <adec:decorative xmlns:adec="http://schemas.microsoft.com/office/drawing/2017/decorative" val="1"/>
              </a:ext>
            </a:extLst>
          </p:cNvPr>
          <p:cNvSpPr/>
          <p:nvPr/>
        </p:nvSpPr>
        <p:spPr>
          <a:xfrm>
            <a:off x="9277350" y="5174952"/>
            <a:ext cx="8096250" cy="9525"/>
          </a:xfrm>
          <a:prstGeom prst="rect">
            <a:avLst/>
          </a:prstGeom>
          <a:solidFill>
            <a:srgbClr val="FFFFFF">
              <a:alpha val="11000"/>
            </a:srgbClr>
          </a:solidFill>
          <a:ln/>
        </p:spPr>
        <p:txBody>
          <a:bodyPr/>
          <a:lstStyle/>
          <a:p>
            <a:endParaRPr lang="ko-KR" altLang="en-US"/>
          </a:p>
        </p:txBody>
      </p:sp>
      <p:sp>
        <p:nvSpPr>
          <p:cNvPr id="15" name="Shape 13">
            <a:extLst>
              <a:ext uri="{C183D7F6-B498-43B3-948B-1728B52AA6E4}">
                <adec:decorative xmlns:adec="http://schemas.microsoft.com/office/drawing/2017/decorative" val="1"/>
              </a:ext>
            </a:extLst>
          </p:cNvPr>
          <p:cNvSpPr/>
          <p:nvPr/>
        </p:nvSpPr>
        <p:spPr>
          <a:xfrm>
            <a:off x="9277350" y="3951982"/>
            <a:ext cx="8096250" cy="9525"/>
          </a:xfrm>
          <a:prstGeom prst="rect">
            <a:avLst/>
          </a:prstGeom>
          <a:solidFill>
            <a:srgbClr val="FFFFFF">
              <a:alpha val="11000"/>
            </a:srgbClr>
          </a:solidFill>
          <a:ln/>
        </p:spPr>
        <p:txBody>
          <a:bodyPr/>
          <a:lstStyle/>
          <a:p>
            <a:endParaRPr lang="ko-KR" altLang="en-US"/>
          </a:p>
        </p:txBody>
      </p:sp>
      <p:sp>
        <p:nvSpPr>
          <p:cNvPr id="16" name="Shape 14">
            <a:extLst>
              <a:ext uri="{C183D7F6-B498-43B3-948B-1728B52AA6E4}">
                <adec:decorative xmlns:adec="http://schemas.microsoft.com/office/drawing/2017/decorative" val="1"/>
              </a:ext>
            </a:extLst>
          </p:cNvPr>
          <p:cNvSpPr/>
          <p:nvPr/>
        </p:nvSpPr>
        <p:spPr>
          <a:xfrm>
            <a:off x="9277350" y="3951982"/>
            <a:ext cx="38100" cy="1229320"/>
          </a:xfrm>
          <a:prstGeom prst="rect">
            <a:avLst/>
          </a:prstGeom>
          <a:solidFill>
            <a:srgbClr val="F5C518"/>
          </a:solidFill>
          <a:ln/>
        </p:spPr>
        <p:txBody>
          <a:bodyPr/>
          <a:lstStyle/>
          <a:p>
            <a:endParaRPr lang="ko-KR" altLang="en-US"/>
          </a:p>
        </p:txBody>
      </p:sp>
      <p:sp>
        <p:nvSpPr>
          <p:cNvPr id="17" name="Shape 15">
            <a:extLst>
              <a:ext uri="{C183D7F6-B498-43B3-948B-1728B52AA6E4}">
                <adec:decorative xmlns:adec="http://schemas.microsoft.com/office/drawing/2017/decorative" val="1"/>
              </a:ext>
            </a:extLst>
          </p:cNvPr>
          <p:cNvSpPr/>
          <p:nvPr/>
        </p:nvSpPr>
        <p:spPr>
          <a:xfrm>
            <a:off x="17367250" y="3951982"/>
            <a:ext cx="9525" cy="1229320"/>
          </a:xfrm>
          <a:prstGeom prst="rect">
            <a:avLst/>
          </a:prstGeom>
          <a:solidFill>
            <a:srgbClr val="FFFFFF">
              <a:alpha val="11000"/>
            </a:srgbClr>
          </a:solidFill>
          <a:ln/>
        </p:spPr>
        <p:txBody>
          <a:bodyPr/>
          <a:lstStyle/>
          <a:p>
            <a:endParaRPr lang="ko-KR" altLang="en-US"/>
          </a:p>
        </p:txBody>
      </p:sp>
      <p:pic>
        <p:nvPicPr>
          <p:cNvPr id="18" name="Image 0"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44050" y="4250432"/>
            <a:ext cx="209550" cy="209550"/>
          </a:xfrm>
          <a:prstGeom prst="rect">
            <a:avLst/>
          </a:prstGeom>
        </p:spPr>
      </p:pic>
      <p:sp>
        <p:nvSpPr>
          <p:cNvPr id="19" name="Text 16"/>
          <p:cNvSpPr/>
          <p:nvPr/>
        </p:nvSpPr>
        <p:spPr>
          <a:xfrm>
            <a:off x="9867900" y="4148832"/>
            <a:ext cx="2777302"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실시간 동기화 티켓팅</a:t>
            </a:r>
            <a:endParaRPr lang="en-US" sz="2250" dirty="0"/>
          </a:p>
        </p:txBody>
      </p:sp>
      <p:sp>
        <p:nvSpPr>
          <p:cNvPr id="20" name="Text 17"/>
          <p:cNvSpPr/>
          <p:nvPr/>
        </p:nvSpPr>
        <p:spPr>
          <a:xfrm>
            <a:off x="9544050" y="4618732"/>
            <a:ext cx="8354060" cy="40382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800" dirty="0">
                <a:solidFill>
                  <a:srgbClr val="FFFFFF">
                    <a:alpha val="50000"/>
                  </a:srgbClr>
                </a:solidFill>
                <a:latin typeface="Arial" pitchFamily="34" charset="0"/>
                <a:ea typeface="Arial" pitchFamily="34" charset="-122"/>
                <a:cs typeface="Arial" pitchFamily="34" charset="-120"/>
              </a:rPr>
              <a:t>WebSocket + Supabase Realtime 이중 연동. 동시 예약 트랜잭션 락 처리</a:t>
            </a:r>
            <a:endParaRPr lang="en-US" sz="1800" dirty="0"/>
          </a:p>
        </p:txBody>
      </p:sp>
      <p:sp>
        <p:nvSpPr>
          <p:cNvPr id="21" name="Shape 18">
            <a:extLst>
              <a:ext uri="{C183D7F6-B498-43B3-948B-1728B52AA6E4}">
                <adec:decorative xmlns:adec="http://schemas.microsoft.com/office/drawing/2017/decorative" val="1"/>
              </a:ext>
            </a:extLst>
          </p:cNvPr>
          <p:cNvSpPr/>
          <p:nvPr/>
        </p:nvSpPr>
        <p:spPr>
          <a:xfrm>
            <a:off x="9277350" y="5314652"/>
            <a:ext cx="8096250" cy="1229320"/>
          </a:xfrm>
          <a:prstGeom prst="roundRect">
            <a:avLst>
              <a:gd name="adj" fmla="val 9298"/>
            </a:avLst>
          </a:prstGeom>
          <a:solidFill>
            <a:srgbClr val="FFFFFF">
              <a:alpha val="7000"/>
            </a:srgbClr>
          </a:solidFill>
          <a:ln/>
        </p:spPr>
        <p:txBody>
          <a:bodyPr/>
          <a:lstStyle/>
          <a:p>
            <a:endParaRPr lang="ko-KR" altLang="en-US"/>
          </a:p>
        </p:txBody>
      </p:sp>
      <p:sp>
        <p:nvSpPr>
          <p:cNvPr id="22" name="Shape 19">
            <a:extLst>
              <a:ext uri="{C183D7F6-B498-43B3-948B-1728B52AA6E4}">
                <adec:decorative xmlns:adec="http://schemas.microsoft.com/office/drawing/2017/decorative" val="1"/>
              </a:ext>
            </a:extLst>
          </p:cNvPr>
          <p:cNvSpPr/>
          <p:nvPr/>
        </p:nvSpPr>
        <p:spPr>
          <a:xfrm>
            <a:off x="9277350" y="6537623"/>
            <a:ext cx="8096250" cy="9525"/>
          </a:xfrm>
          <a:prstGeom prst="rect">
            <a:avLst/>
          </a:prstGeom>
          <a:solidFill>
            <a:srgbClr val="FFFFFF">
              <a:alpha val="11000"/>
            </a:srgbClr>
          </a:solidFill>
          <a:ln/>
        </p:spPr>
        <p:txBody>
          <a:bodyPr/>
          <a:lstStyle/>
          <a:p>
            <a:endParaRPr lang="ko-KR" altLang="en-US"/>
          </a:p>
        </p:txBody>
      </p:sp>
      <p:sp>
        <p:nvSpPr>
          <p:cNvPr id="23" name="Shape 20">
            <a:extLst>
              <a:ext uri="{C183D7F6-B498-43B3-948B-1728B52AA6E4}">
                <adec:decorative xmlns:adec="http://schemas.microsoft.com/office/drawing/2017/decorative" val="1"/>
              </a:ext>
            </a:extLst>
          </p:cNvPr>
          <p:cNvSpPr/>
          <p:nvPr/>
        </p:nvSpPr>
        <p:spPr>
          <a:xfrm>
            <a:off x="9277350" y="5314652"/>
            <a:ext cx="8096250" cy="9525"/>
          </a:xfrm>
          <a:prstGeom prst="rect">
            <a:avLst/>
          </a:prstGeom>
          <a:solidFill>
            <a:srgbClr val="FFFFFF">
              <a:alpha val="11000"/>
            </a:srgbClr>
          </a:solidFill>
          <a:ln/>
        </p:spPr>
        <p:txBody>
          <a:bodyPr/>
          <a:lstStyle/>
          <a:p>
            <a:endParaRPr lang="ko-KR" altLang="en-US"/>
          </a:p>
        </p:txBody>
      </p:sp>
      <p:sp>
        <p:nvSpPr>
          <p:cNvPr id="24" name="Shape 21">
            <a:extLst>
              <a:ext uri="{C183D7F6-B498-43B3-948B-1728B52AA6E4}">
                <adec:decorative xmlns:adec="http://schemas.microsoft.com/office/drawing/2017/decorative" val="1"/>
              </a:ext>
            </a:extLst>
          </p:cNvPr>
          <p:cNvSpPr/>
          <p:nvPr/>
        </p:nvSpPr>
        <p:spPr>
          <a:xfrm>
            <a:off x="9277350" y="5314652"/>
            <a:ext cx="38100" cy="1229320"/>
          </a:xfrm>
          <a:prstGeom prst="rect">
            <a:avLst/>
          </a:prstGeom>
          <a:solidFill>
            <a:srgbClr val="22D3C0"/>
          </a:solidFill>
          <a:ln/>
        </p:spPr>
        <p:txBody>
          <a:bodyPr/>
          <a:lstStyle/>
          <a:p>
            <a:endParaRPr lang="ko-KR" altLang="en-US"/>
          </a:p>
        </p:txBody>
      </p:sp>
      <p:sp>
        <p:nvSpPr>
          <p:cNvPr id="25" name="Shape 22">
            <a:extLst>
              <a:ext uri="{C183D7F6-B498-43B3-948B-1728B52AA6E4}">
                <adec:decorative xmlns:adec="http://schemas.microsoft.com/office/drawing/2017/decorative" val="1"/>
              </a:ext>
            </a:extLst>
          </p:cNvPr>
          <p:cNvSpPr/>
          <p:nvPr/>
        </p:nvSpPr>
        <p:spPr>
          <a:xfrm>
            <a:off x="17367250" y="5314652"/>
            <a:ext cx="9525" cy="1229320"/>
          </a:xfrm>
          <a:prstGeom prst="rect">
            <a:avLst/>
          </a:prstGeom>
          <a:solidFill>
            <a:srgbClr val="FFFFFF">
              <a:alpha val="11000"/>
            </a:srgbClr>
          </a:solidFill>
          <a:ln/>
        </p:spPr>
        <p:txBody>
          <a:bodyPr/>
          <a:lstStyle/>
          <a:p>
            <a:endParaRPr lang="ko-KR" altLang="en-US"/>
          </a:p>
        </p:txBody>
      </p:sp>
      <p:pic>
        <p:nvPicPr>
          <p:cNvPr id="26" name="Image 1"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44050" y="5613103"/>
            <a:ext cx="209550" cy="209550"/>
          </a:xfrm>
          <a:prstGeom prst="rect">
            <a:avLst/>
          </a:prstGeom>
        </p:spPr>
      </p:pic>
      <p:sp>
        <p:nvSpPr>
          <p:cNvPr id="27" name="Text 23"/>
          <p:cNvSpPr/>
          <p:nvPr/>
        </p:nvSpPr>
        <p:spPr>
          <a:xfrm>
            <a:off x="9867900" y="5511503"/>
            <a:ext cx="3576320"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Dynamic QR (TOTP) 출입</a:t>
            </a:r>
            <a:endParaRPr lang="en-US" sz="2250" dirty="0"/>
          </a:p>
        </p:txBody>
      </p:sp>
      <p:sp>
        <p:nvSpPr>
          <p:cNvPr id="28" name="Text 24"/>
          <p:cNvSpPr/>
          <p:nvPr/>
        </p:nvSpPr>
        <p:spPr>
          <a:xfrm>
            <a:off x="9544050" y="5981402"/>
            <a:ext cx="8354060" cy="40382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800" dirty="0">
                <a:solidFill>
                  <a:srgbClr val="FFFFFF">
                    <a:alpha val="50000"/>
                  </a:srgbClr>
                </a:solidFill>
                <a:latin typeface="Arial" pitchFamily="34" charset="0"/>
                <a:ea typeface="Arial" pitchFamily="34" charset="-122"/>
                <a:cs typeface="Arial" pitchFamily="34" charset="-120"/>
              </a:rPr>
              <a:t>3분마다 갱신되는 TOTP 동적 QR. 위변조 및 캡처 전송 원천 차단</a:t>
            </a:r>
            <a:endParaRPr lang="en-US" sz="1800" dirty="0"/>
          </a:p>
        </p:txBody>
      </p:sp>
      <p:sp>
        <p:nvSpPr>
          <p:cNvPr id="29" name="Shape 25">
            <a:extLst>
              <a:ext uri="{C183D7F6-B498-43B3-948B-1728B52AA6E4}">
                <adec:decorative xmlns:adec="http://schemas.microsoft.com/office/drawing/2017/decorative" val="1"/>
              </a:ext>
            </a:extLst>
          </p:cNvPr>
          <p:cNvSpPr/>
          <p:nvPr/>
        </p:nvSpPr>
        <p:spPr>
          <a:xfrm>
            <a:off x="9277350" y="6677323"/>
            <a:ext cx="8096250" cy="1229320"/>
          </a:xfrm>
          <a:prstGeom prst="roundRect">
            <a:avLst>
              <a:gd name="adj" fmla="val 9298"/>
            </a:avLst>
          </a:prstGeom>
          <a:solidFill>
            <a:srgbClr val="FFFFFF">
              <a:alpha val="7000"/>
            </a:srgbClr>
          </a:solidFill>
          <a:ln/>
        </p:spPr>
        <p:txBody>
          <a:bodyPr/>
          <a:lstStyle/>
          <a:p>
            <a:endParaRPr lang="ko-KR" altLang="en-US"/>
          </a:p>
        </p:txBody>
      </p:sp>
      <p:sp>
        <p:nvSpPr>
          <p:cNvPr id="30" name="Shape 26">
            <a:extLst>
              <a:ext uri="{C183D7F6-B498-43B3-948B-1728B52AA6E4}">
                <adec:decorative xmlns:adec="http://schemas.microsoft.com/office/drawing/2017/decorative" val="1"/>
              </a:ext>
            </a:extLst>
          </p:cNvPr>
          <p:cNvSpPr/>
          <p:nvPr/>
        </p:nvSpPr>
        <p:spPr>
          <a:xfrm>
            <a:off x="9277350" y="7900293"/>
            <a:ext cx="8096250" cy="9525"/>
          </a:xfrm>
          <a:prstGeom prst="rect">
            <a:avLst/>
          </a:prstGeom>
          <a:solidFill>
            <a:srgbClr val="FFFFFF">
              <a:alpha val="11000"/>
            </a:srgbClr>
          </a:solidFill>
          <a:ln/>
        </p:spPr>
        <p:txBody>
          <a:bodyPr/>
          <a:lstStyle/>
          <a:p>
            <a:endParaRPr lang="ko-KR" altLang="en-US"/>
          </a:p>
        </p:txBody>
      </p:sp>
      <p:sp>
        <p:nvSpPr>
          <p:cNvPr id="31" name="Shape 27">
            <a:extLst>
              <a:ext uri="{C183D7F6-B498-43B3-948B-1728B52AA6E4}">
                <adec:decorative xmlns:adec="http://schemas.microsoft.com/office/drawing/2017/decorative" val="1"/>
              </a:ext>
            </a:extLst>
          </p:cNvPr>
          <p:cNvSpPr/>
          <p:nvPr/>
        </p:nvSpPr>
        <p:spPr>
          <a:xfrm>
            <a:off x="9277350" y="6677323"/>
            <a:ext cx="8096250" cy="9525"/>
          </a:xfrm>
          <a:prstGeom prst="rect">
            <a:avLst/>
          </a:prstGeom>
          <a:solidFill>
            <a:srgbClr val="FFFFFF">
              <a:alpha val="11000"/>
            </a:srgbClr>
          </a:solidFill>
          <a:ln/>
        </p:spPr>
        <p:txBody>
          <a:bodyPr/>
          <a:lstStyle/>
          <a:p>
            <a:endParaRPr lang="ko-KR" altLang="en-US"/>
          </a:p>
        </p:txBody>
      </p:sp>
      <p:sp>
        <p:nvSpPr>
          <p:cNvPr id="32" name="Shape 28">
            <a:extLst>
              <a:ext uri="{C183D7F6-B498-43B3-948B-1728B52AA6E4}">
                <adec:decorative xmlns:adec="http://schemas.microsoft.com/office/drawing/2017/decorative" val="1"/>
              </a:ext>
            </a:extLst>
          </p:cNvPr>
          <p:cNvSpPr/>
          <p:nvPr/>
        </p:nvSpPr>
        <p:spPr>
          <a:xfrm>
            <a:off x="9277350" y="6677323"/>
            <a:ext cx="38100" cy="1229320"/>
          </a:xfrm>
          <a:prstGeom prst="rect">
            <a:avLst/>
          </a:prstGeom>
          <a:solidFill>
            <a:srgbClr val="F26B5B"/>
          </a:solidFill>
          <a:ln/>
        </p:spPr>
        <p:txBody>
          <a:bodyPr/>
          <a:lstStyle/>
          <a:p>
            <a:endParaRPr lang="ko-KR" altLang="en-US"/>
          </a:p>
        </p:txBody>
      </p:sp>
      <p:sp>
        <p:nvSpPr>
          <p:cNvPr id="33" name="Shape 29">
            <a:extLst>
              <a:ext uri="{C183D7F6-B498-43B3-948B-1728B52AA6E4}">
                <adec:decorative xmlns:adec="http://schemas.microsoft.com/office/drawing/2017/decorative" val="1"/>
              </a:ext>
            </a:extLst>
          </p:cNvPr>
          <p:cNvSpPr/>
          <p:nvPr/>
        </p:nvSpPr>
        <p:spPr>
          <a:xfrm>
            <a:off x="17367250" y="6677323"/>
            <a:ext cx="9525" cy="1229320"/>
          </a:xfrm>
          <a:prstGeom prst="rect">
            <a:avLst/>
          </a:prstGeom>
          <a:solidFill>
            <a:srgbClr val="FFFFFF">
              <a:alpha val="11000"/>
            </a:srgbClr>
          </a:solidFill>
          <a:ln/>
        </p:spPr>
        <p:txBody>
          <a:bodyPr/>
          <a:lstStyle/>
          <a:p>
            <a:endParaRPr lang="ko-KR" altLang="en-US"/>
          </a:p>
        </p:txBody>
      </p:sp>
      <p:pic>
        <p:nvPicPr>
          <p:cNvPr id="34" name="Image 2"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544050" y="6975773"/>
            <a:ext cx="209550" cy="209550"/>
          </a:xfrm>
          <a:prstGeom prst="rect">
            <a:avLst/>
          </a:prstGeom>
        </p:spPr>
      </p:pic>
      <p:sp>
        <p:nvSpPr>
          <p:cNvPr id="35" name="Text 30"/>
          <p:cNvSpPr/>
          <p:nvPr/>
        </p:nvSpPr>
        <p:spPr>
          <a:xfrm>
            <a:off x="9867900" y="6874173"/>
            <a:ext cx="2750235"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3중 재고 동시성 방어</a:t>
            </a:r>
            <a:endParaRPr lang="en-US" sz="2250" dirty="0"/>
          </a:p>
        </p:txBody>
      </p:sp>
      <p:sp>
        <p:nvSpPr>
          <p:cNvPr id="36" name="Text 31"/>
          <p:cNvSpPr/>
          <p:nvPr/>
        </p:nvSpPr>
        <p:spPr>
          <a:xfrm>
            <a:off x="9544050" y="7344073"/>
            <a:ext cx="8354060" cy="40382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800" dirty="0">
                <a:solidFill>
                  <a:srgbClr val="FFFFFF">
                    <a:alpha val="50000"/>
                  </a:srgbClr>
                </a:solidFill>
                <a:latin typeface="Arial" pitchFamily="34" charset="0"/>
                <a:ea typeface="Arial" pitchFamily="34" charset="-122"/>
                <a:cs typeface="Arial" pitchFamily="34" charset="-120"/>
              </a:rPr>
              <a:t>대규모 트래픽 시 재고 마이너스 방지. 5분 미결제 시 자동 원복</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53A54"/>
        </a:solidFill>
        <a:effectLst/>
      </p:bgPr>
    </p:bg>
    <p:spTree>
      <p:nvGrpSpPr>
        <p:cNvPr id="1" name=""/>
        <p:cNvGrpSpPr/>
        <p:nvPr/>
      </p:nvGrpSpPr>
      <p:grpSpPr>
        <a:xfrm>
          <a:off x="0" y="0"/>
          <a:ext cx="0" cy="0"/>
          <a:chOff x="0" y="0"/>
          <a:chExt cx="0" cy="0"/>
        </a:xfrm>
      </p:grpSpPr>
      <p:sp>
        <p:nvSpPr>
          <p:cNvPr id="24" name="Text 18"/>
          <p:cNvSpPr/>
          <p:nvPr/>
        </p:nvSpPr>
        <p:spPr>
          <a:xfrm>
            <a:off x="12287047" y="7762081"/>
            <a:ext cx="2462322" cy="368300"/>
          </a:xfrm>
          <a:prstGeom prst="rect">
            <a:avLst/>
          </a:prstGeom>
          <a:noFill/>
          <a:ln/>
        </p:spPr>
        <p:txBody>
          <a:bodyPr wrap="square" lIns="25400" tIns="25400" rIns="25400" bIns="25400" rtlCol="0" anchor="t">
            <a:normAutofit/>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충전 / 내역 화면 이미지</a:t>
            </a:r>
            <a:endParaRPr lang="en-US" sz="1800" dirty="0"/>
          </a:p>
        </p:txBody>
      </p:sp>
      <p:sp>
        <p:nvSpPr>
          <p:cNvPr id="22" name="Text 16"/>
          <p:cNvSpPr/>
          <p:nvPr/>
        </p:nvSpPr>
        <p:spPr>
          <a:xfrm>
            <a:off x="12287047" y="3766344"/>
            <a:ext cx="2462322" cy="368300"/>
          </a:xfrm>
          <a:prstGeom prst="rect">
            <a:avLst/>
          </a:prstGeom>
          <a:noFill/>
          <a:ln/>
        </p:spPr>
        <p:txBody>
          <a:bodyPr wrap="square" lIns="25400" tIns="25400" rIns="25400" bIns="25400" rtlCol="0" anchor="t">
            <a:normAutofit/>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지갑 / 결제 화면 이미지</a:t>
            </a:r>
            <a:endParaRPr lang="en-US" sz="1800" dirty="0"/>
          </a:p>
        </p:txBody>
      </p:sp>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A78BFA">
                  <a:alpha val="100000"/>
                </a:srgbClr>
              </a:gs>
              <a:gs pos="100000">
                <a:srgbClr val="F5C518">
                  <a:alpha val="100000"/>
                </a:srgbClr>
              </a:gs>
            </a:gsLst>
            <a:lin ang="0" scaled="0"/>
          </a:gradFill>
          <a:ln/>
        </p:spPr>
        <p:txBody>
          <a:bodyPr/>
          <a:lstStyle/>
          <a:p>
            <a:endParaRPr lang="ko-KR" altLang="en-US"/>
          </a:p>
        </p:txBody>
      </p:sp>
      <p:sp>
        <p:nvSpPr>
          <p:cNvPr id="3" name="Text 1"/>
          <p:cNvSpPr/>
          <p:nvPr/>
        </p:nvSpPr>
        <p:spPr>
          <a:xfrm>
            <a:off x="914400" y="504825"/>
            <a:ext cx="1810512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A78BFA"/>
                </a:solidFill>
                <a:latin typeface="Arial" pitchFamily="34" charset="0"/>
                <a:ea typeface="Arial" pitchFamily="34" charset="-122"/>
                <a:cs typeface="Arial" pitchFamily="34" charset="-120"/>
              </a:rPr>
              <a:t>FEATURE 02</a:t>
            </a:r>
            <a:endParaRPr lang="en-US" sz="1800" dirty="0"/>
          </a:p>
        </p:txBody>
      </p:sp>
      <p:sp>
        <p:nvSpPr>
          <p:cNvPr id="4" name="Text 2"/>
          <p:cNvSpPr/>
          <p:nvPr/>
        </p:nvSpPr>
        <p:spPr>
          <a:xfrm>
            <a:off x="914400" y="828675"/>
            <a:ext cx="1810512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FESTIO Pay 결제 시스템</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914400" y="1990725"/>
            <a:ext cx="4174133" cy="3871913"/>
          </a:xfrm>
          <a:prstGeom prst="roundRect">
            <a:avLst>
              <a:gd name="adj" fmla="val 3936"/>
            </a:avLst>
          </a:prstGeom>
          <a:solidFill>
            <a:srgbClr val="FFFFFF">
              <a:alpha val="7000"/>
            </a:srgbClr>
          </a:solidFill>
          <a:ln w="6350">
            <a:solidFill>
              <a:srgbClr val="FFFFFF">
                <a:alpha val="11000"/>
              </a:srgbClr>
            </a:solidFill>
            <a:prstDash val="solid"/>
          </a:ln>
        </p:spPr>
        <p:txBody>
          <a:bodyPr/>
          <a:lstStyle/>
          <a:p>
            <a:endParaRPr lang="ko-KR" alt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9350" y="2225675"/>
            <a:ext cx="304800" cy="304800"/>
          </a:xfrm>
          <a:prstGeom prst="rect">
            <a:avLst/>
          </a:prstGeom>
        </p:spPr>
      </p:pic>
      <p:sp>
        <p:nvSpPr>
          <p:cNvPr id="7" name="Text 4"/>
          <p:cNvSpPr/>
          <p:nvPr/>
        </p:nvSpPr>
        <p:spPr>
          <a:xfrm>
            <a:off x="1149350" y="2625725"/>
            <a:ext cx="4074656" cy="450850"/>
          </a:xfrm>
          <a:prstGeom prst="rect">
            <a:avLst/>
          </a:prstGeom>
          <a:noFill/>
          <a:ln/>
        </p:spPr>
        <p:txBody>
          <a:bodyPr wrap="square" lIns="25400" tIns="25400" rIns="25400" bIns="25400" rtlCol="0" anchor="t">
            <a:normAutofit/>
          </a:bodyPr>
          <a:lstStyle/>
          <a:p>
            <a:pPr marL="0" indent="0" algn="l">
              <a:buNone/>
            </a:pPr>
            <a:r>
              <a:rPr lang="en-US" sz="2250" b="1" dirty="0" err="1">
                <a:solidFill>
                  <a:srgbClr val="FFFFFF"/>
                </a:solidFill>
                <a:latin typeface="Arial" pitchFamily="34" charset="0"/>
                <a:ea typeface="Arial" pitchFamily="34" charset="-122"/>
                <a:cs typeface="Arial" pitchFamily="34" charset="-120"/>
              </a:rPr>
              <a:t>Portone연동</a:t>
            </a:r>
            <a:endParaRPr lang="en-US" sz="2250" dirty="0"/>
          </a:p>
        </p:txBody>
      </p:sp>
      <p:sp>
        <p:nvSpPr>
          <p:cNvPr id="8" name="Text 5"/>
          <p:cNvSpPr/>
          <p:nvPr/>
        </p:nvSpPr>
        <p:spPr>
          <a:xfrm>
            <a:off x="1149350" y="3133725"/>
            <a:ext cx="3815360"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FFFFFF">
                    <a:alpha val="50000"/>
                  </a:srgbClr>
                </a:solidFill>
                <a:latin typeface="Arial" pitchFamily="34" charset="0"/>
                <a:ea typeface="Arial" pitchFamily="34" charset="-122"/>
                <a:cs typeface="Arial" pitchFamily="34" charset="-120"/>
              </a:rPr>
              <a:t>Portone SDK </a:t>
            </a:r>
            <a:r>
              <a:rPr lang="en-US" sz="1800" dirty="0" err="1">
                <a:solidFill>
                  <a:srgbClr val="FFFFFF">
                    <a:alpha val="50000"/>
                  </a:srgbClr>
                </a:solidFill>
                <a:latin typeface="Arial" pitchFamily="34" charset="0"/>
                <a:ea typeface="Arial" pitchFamily="34" charset="-122"/>
                <a:cs typeface="Arial" pitchFamily="34" charset="-120"/>
              </a:rPr>
              <a:t>토스페이·카카오페이</a:t>
            </a:r>
            <a:r>
              <a:rPr lang="en-US" sz="1800" dirty="0">
                <a:solidFill>
                  <a:srgbClr val="FFFFFF">
                    <a:alpha val="50000"/>
                  </a:srgbClr>
                </a:solidFill>
                <a:latin typeface="Arial" pitchFamily="34" charset="0"/>
                <a:ea typeface="Arial" pitchFamily="34" charset="-122"/>
                <a:cs typeface="Arial" pitchFamily="34" charset="-120"/>
              </a:rPr>
              <a:t> </a:t>
            </a:r>
            <a:br>
              <a:rPr lang="en-US" sz="1800" dirty="0">
                <a:solidFill>
                  <a:srgbClr val="FFFFFF">
                    <a:alpha val="50000"/>
                  </a:srgbClr>
                </a:solidFill>
                <a:latin typeface="Arial" pitchFamily="34" charset="0"/>
                <a:ea typeface="Arial" pitchFamily="34" charset="-122"/>
                <a:cs typeface="Arial" pitchFamily="34" charset="-120"/>
              </a:rPr>
            </a:br>
            <a:r>
              <a:rPr lang="en-US" sz="1800" dirty="0">
                <a:solidFill>
                  <a:srgbClr val="FFFFFF">
                    <a:alpha val="50000"/>
                  </a:srgbClr>
                </a:solidFill>
                <a:latin typeface="Arial" pitchFamily="34" charset="0"/>
                <a:ea typeface="Arial" pitchFamily="34" charset="-122"/>
                <a:cs typeface="Arial" pitchFamily="34" charset="-120"/>
              </a:rPr>
              <a:t>실 결제</a:t>
            </a:r>
            <a:endParaRPr lang="en-US" sz="1800" dirty="0"/>
          </a:p>
        </p:txBody>
      </p:sp>
      <p:sp>
        <p:nvSpPr>
          <p:cNvPr id="9" name="Shape 6">
            <a:extLst>
              <a:ext uri="{C183D7F6-B498-43B3-948B-1728B52AA6E4}">
                <adec:decorative xmlns:adec="http://schemas.microsoft.com/office/drawing/2017/decorative" val="1"/>
              </a:ext>
            </a:extLst>
          </p:cNvPr>
          <p:cNvSpPr/>
          <p:nvPr/>
        </p:nvSpPr>
        <p:spPr>
          <a:xfrm>
            <a:off x="5221883" y="1990725"/>
            <a:ext cx="4174232" cy="3871913"/>
          </a:xfrm>
          <a:prstGeom prst="roundRect">
            <a:avLst>
              <a:gd name="adj" fmla="val 3936"/>
            </a:avLst>
          </a:prstGeom>
          <a:solidFill>
            <a:srgbClr val="FFFFFF">
              <a:alpha val="7000"/>
            </a:srgbClr>
          </a:solidFill>
          <a:ln w="6350">
            <a:solidFill>
              <a:srgbClr val="FFFFFF">
                <a:alpha val="11000"/>
              </a:srgbClr>
            </a:solidFill>
            <a:prstDash val="solid"/>
          </a:ln>
        </p:spPr>
        <p:txBody>
          <a:bodyPr/>
          <a:lstStyle/>
          <a:p>
            <a:endParaRPr lang="ko-KR" alt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56833" y="2225675"/>
            <a:ext cx="304800" cy="304800"/>
          </a:xfrm>
          <a:prstGeom prst="rect">
            <a:avLst/>
          </a:prstGeom>
        </p:spPr>
      </p:pic>
      <p:sp>
        <p:nvSpPr>
          <p:cNvPr id="11" name="Text 7"/>
          <p:cNvSpPr/>
          <p:nvPr/>
        </p:nvSpPr>
        <p:spPr>
          <a:xfrm>
            <a:off x="5456833" y="2625725"/>
            <a:ext cx="4074765"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위변조 검증</a:t>
            </a:r>
            <a:endParaRPr lang="en-US" sz="2250" dirty="0"/>
          </a:p>
        </p:txBody>
      </p:sp>
      <p:sp>
        <p:nvSpPr>
          <p:cNvPr id="12" name="Text 8"/>
          <p:cNvSpPr/>
          <p:nvPr/>
        </p:nvSpPr>
        <p:spPr>
          <a:xfrm>
            <a:off x="5456833" y="3133725"/>
            <a:ext cx="4074765"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alpha val="50000"/>
                  </a:srgbClr>
                </a:solidFill>
                <a:latin typeface="Arial" pitchFamily="34" charset="0"/>
                <a:ea typeface="Arial" pitchFamily="34" charset="-122"/>
                <a:cs typeface="Arial" pitchFamily="34" charset="-120"/>
              </a:rPr>
              <a:t>imp_uid로 실결제액 서버 직접 조회</a:t>
            </a:r>
            <a:endParaRPr lang="en-US" sz="1800" dirty="0"/>
          </a:p>
        </p:txBody>
      </p:sp>
      <p:sp>
        <p:nvSpPr>
          <p:cNvPr id="13" name="Shape 9">
            <a:extLst>
              <a:ext uri="{C183D7F6-B498-43B3-948B-1728B52AA6E4}">
                <adec:decorative xmlns:adec="http://schemas.microsoft.com/office/drawing/2017/decorative" val="1"/>
              </a:ext>
            </a:extLst>
          </p:cNvPr>
          <p:cNvSpPr/>
          <p:nvPr/>
        </p:nvSpPr>
        <p:spPr>
          <a:xfrm>
            <a:off x="914400" y="5995988"/>
            <a:ext cx="4174133" cy="3871913"/>
          </a:xfrm>
          <a:prstGeom prst="roundRect">
            <a:avLst>
              <a:gd name="adj" fmla="val 3936"/>
            </a:avLst>
          </a:prstGeom>
          <a:solidFill>
            <a:srgbClr val="FFFFFF">
              <a:alpha val="7000"/>
            </a:srgbClr>
          </a:solidFill>
          <a:ln w="6350">
            <a:solidFill>
              <a:srgbClr val="FFFFFF">
                <a:alpha val="11000"/>
              </a:srgbClr>
            </a:solidFill>
            <a:prstDash val="solid"/>
          </a:ln>
        </p:spPr>
        <p:txBody>
          <a:bodyPr/>
          <a:lstStyle/>
          <a:p>
            <a:endParaRPr lang="ko-KR" alt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350" y="6230938"/>
            <a:ext cx="304800" cy="304800"/>
          </a:xfrm>
          <a:prstGeom prst="rect">
            <a:avLst/>
          </a:prstGeom>
        </p:spPr>
      </p:pic>
      <p:sp>
        <p:nvSpPr>
          <p:cNvPr id="15" name="Text 10"/>
          <p:cNvSpPr/>
          <p:nvPr/>
        </p:nvSpPr>
        <p:spPr>
          <a:xfrm>
            <a:off x="1149350" y="6630988"/>
            <a:ext cx="4074656"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자동 충전 연쇄</a:t>
            </a:r>
            <a:endParaRPr lang="en-US" sz="2250" dirty="0"/>
          </a:p>
        </p:txBody>
      </p:sp>
      <p:sp>
        <p:nvSpPr>
          <p:cNvPr id="16" name="Text 11"/>
          <p:cNvSpPr/>
          <p:nvPr/>
        </p:nvSpPr>
        <p:spPr>
          <a:xfrm>
            <a:off x="1149350" y="7138988"/>
            <a:ext cx="4074656"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alpha val="50000"/>
                  </a:srgbClr>
                </a:solidFill>
                <a:latin typeface="Arial" pitchFamily="34" charset="0"/>
                <a:ea typeface="Arial" pitchFamily="34" charset="-122"/>
                <a:cs typeface="Arial" pitchFamily="34" charset="-120"/>
              </a:rPr>
              <a:t>잔액 부족 시 자동 충전 후 즉시 결제</a:t>
            </a:r>
            <a:endParaRPr lang="en-US" sz="1800" dirty="0"/>
          </a:p>
        </p:txBody>
      </p:sp>
      <p:sp>
        <p:nvSpPr>
          <p:cNvPr id="17" name="Shape 12">
            <a:extLst>
              <a:ext uri="{C183D7F6-B498-43B3-948B-1728B52AA6E4}">
                <adec:decorative xmlns:adec="http://schemas.microsoft.com/office/drawing/2017/decorative" val="1"/>
              </a:ext>
            </a:extLst>
          </p:cNvPr>
          <p:cNvSpPr/>
          <p:nvPr/>
        </p:nvSpPr>
        <p:spPr>
          <a:xfrm>
            <a:off x="5221883" y="5995988"/>
            <a:ext cx="4174232" cy="3871913"/>
          </a:xfrm>
          <a:prstGeom prst="roundRect">
            <a:avLst>
              <a:gd name="adj" fmla="val 3936"/>
            </a:avLst>
          </a:prstGeom>
          <a:solidFill>
            <a:srgbClr val="FFFFFF">
              <a:alpha val="7000"/>
            </a:srgbClr>
          </a:solidFill>
          <a:ln w="6350">
            <a:solidFill>
              <a:srgbClr val="FFFFFF">
                <a:alpha val="11000"/>
              </a:srgbClr>
            </a:solidFill>
            <a:prstDash val="solid"/>
          </a:ln>
        </p:spPr>
        <p:txBody>
          <a:bodyPr/>
          <a:lstStyle/>
          <a:p>
            <a:endParaRPr lang="ko-KR" altLang="en-US"/>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56833" y="6230938"/>
            <a:ext cx="304800" cy="304800"/>
          </a:xfrm>
          <a:prstGeom prst="rect">
            <a:avLst/>
          </a:prstGeom>
        </p:spPr>
      </p:pic>
      <p:sp>
        <p:nvSpPr>
          <p:cNvPr id="19" name="Text 13"/>
          <p:cNvSpPr/>
          <p:nvPr/>
        </p:nvSpPr>
        <p:spPr>
          <a:xfrm>
            <a:off x="5456833" y="6630988"/>
            <a:ext cx="4074765"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이중 DB 동기화</a:t>
            </a:r>
            <a:endParaRPr lang="en-US" sz="2250" dirty="0"/>
          </a:p>
        </p:txBody>
      </p:sp>
      <p:sp>
        <p:nvSpPr>
          <p:cNvPr id="20" name="Text 14"/>
          <p:cNvSpPr/>
          <p:nvPr/>
        </p:nvSpPr>
        <p:spPr>
          <a:xfrm>
            <a:off x="5456833" y="7138988"/>
            <a:ext cx="3815462"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FFFFFF">
                    <a:alpha val="50000"/>
                  </a:srgbClr>
                </a:solidFill>
                <a:latin typeface="Arial" pitchFamily="34" charset="0"/>
                <a:ea typeface="Arial" pitchFamily="34" charset="-122"/>
                <a:cs typeface="Arial" pitchFamily="34" charset="-120"/>
              </a:rPr>
              <a:t>PostgreSQL ↔ Supabase 실시간 동기화</a:t>
            </a:r>
            <a:endParaRPr lang="en-US" sz="1800" dirty="0"/>
          </a:p>
        </p:txBody>
      </p:sp>
      <p:sp>
        <p:nvSpPr>
          <p:cNvPr id="21" name="Shape 15">
            <a:extLst>
              <a:ext uri="{C183D7F6-B498-43B3-948B-1728B52AA6E4}">
                <adec:decorative xmlns:adec="http://schemas.microsoft.com/office/drawing/2017/decorative" val="1"/>
              </a:ext>
            </a:extLst>
          </p:cNvPr>
          <p:cNvSpPr/>
          <p:nvPr/>
        </p:nvSpPr>
        <p:spPr>
          <a:xfrm>
            <a:off x="9662815" y="1990725"/>
            <a:ext cx="7710785" cy="3881438"/>
          </a:xfrm>
          <a:prstGeom prst="roundRect">
            <a:avLst>
              <a:gd name="adj" fmla="val 2945"/>
            </a:avLst>
          </a:prstGeom>
          <a:blipFill dpi="0" rotWithShape="1">
            <a:blip r:embed="rId7">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23" name="Shape 17">
            <a:extLst>
              <a:ext uri="{C183D7F6-B498-43B3-948B-1728B52AA6E4}">
                <adec:decorative xmlns:adec="http://schemas.microsoft.com/office/drawing/2017/decorative" val="1"/>
              </a:ext>
            </a:extLst>
          </p:cNvPr>
          <p:cNvSpPr/>
          <p:nvPr/>
        </p:nvSpPr>
        <p:spPr>
          <a:xfrm>
            <a:off x="9662815" y="5986463"/>
            <a:ext cx="7710785" cy="3881438"/>
          </a:xfrm>
          <a:prstGeom prst="roundRect">
            <a:avLst>
              <a:gd name="adj" fmla="val 2945"/>
            </a:avLst>
          </a:prstGeom>
          <a:blipFill dpi="0" rotWithShape="1">
            <a:blip r:embed="rId8">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53A54"/>
        </a:solidFill>
        <a:effectLst/>
      </p:bgPr>
    </p:bg>
    <p:spTree>
      <p:nvGrpSpPr>
        <p:cNvPr id="1" name=""/>
        <p:cNvGrpSpPr/>
        <p:nvPr/>
      </p:nvGrpSpPr>
      <p:grpSpPr>
        <a:xfrm>
          <a:off x="0" y="0"/>
          <a:ext cx="0" cy="0"/>
          <a:chOff x="0" y="0"/>
          <a:chExt cx="0" cy="0"/>
        </a:xfrm>
      </p:grpSpPr>
      <p:sp>
        <p:nvSpPr>
          <p:cNvPr id="42" name="Text 36"/>
          <p:cNvSpPr/>
          <p:nvPr/>
        </p:nvSpPr>
        <p:spPr>
          <a:xfrm>
            <a:off x="10676929" y="7596982"/>
            <a:ext cx="1191816" cy="698500"/>
          </a:xfrm>
          <a:prstGeom prst="rect">
            <a:avLst/>
          </a:prstGeom>
          <a:noFill/>
          <a:ln/>
        </p:spPr>
        <p:txBody>
          <a:bodyPr wrap="square" lIns="25400" tIns="25400" rIns="25400" bIns="25400" rtlCol="0" anchor="t">
            <a:normAutofit fontScale="92500"/>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주문 상태 화면 이미지</a:t>
            </a:r>
            <a:endParaRPr lang="en-US" sz="1800" dirty="0"/>
          </a:p>
        </p:txBody>
      </p:sp>
      <p:sp>
        <p:nvSpPr>
          <p:cNvPr id="44" name="Text 38"/>
          <p:cNvSpPr/>
          <p:nvPr/>
        </p:nvSpPr>
        <p:spPr>
          <a:xfrm>
            <a:off x="14457303" y="7596982"/>
            <a:ext cx="1841618" cy="733226"/>
          </a:xfrm>
          <a:prstGeom prst="rect">
            <a:avLst/>
          </a:prstGeom>
          <a:noFill/>
          <a:ln/>
        </p:spPr>
        <p:txBody>
          <a:bodyPr wrap="square" lIns="25400" tIns="25400" rIns="25400" bIns="25400" rtlCol="0" anchor="t">
            <a:normAutofit/>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스태프 주문보드 화면 이미지</a:t>
            </a:r>
            <a:endParaRPr lang="en-US" sz="1800" dirty="0"/>
          </a:p>
        </p:txBody>
      </p:sp>
      <p:sp>
        <p:nvSpPr>
          <p:cNvPr id="40" name="Text 34"/>
          <p:cNvSpPr/>
          <p:nvPr/>
        </p:nvSpPr>
        <p:spPr>
          <a:xfrm>
            <a:off x="14603622" y="3601244"/>
            <a:ext cx="1548980" cy="698500"/>
          </a:xfrm>
          <a:prstGeom prst="rect">
            <a:avLst/>
          </a:prstGeom>
          <a:noFill/>
          <a:ln/>
        </p:spPr>
        <p:txBody>
          <a:bodyPr wrap="square" lIns="25400" tIns="25400" rIns="25400" bIns="25400" rtlCol="0" anchor="t">
            <a:normAutofit/>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장바구니 화면 이미지</a:t>
            </a:r>
            <a:endParaRPr lang="en-US" sz="1800" dirty="0"/>
          </a:p>
        </p:txBody>
      </p:sp>
      <p:sp>
        <p:nvSpPr>
          <p:cNvPr id="38" name="Text 32"/>
          <p:cNvSpPr/>
          <p:nvPr/>
        </p:nvSpPr>
        <p:spPr>
          <a:xfrm>
            <a:off x="10441198" y="3601244"/>
            <a:ext cx="1663279" cy="818058"/>
          </a:xfrm>
          <a:prstGeom prst="rect">
            <a:avLst/>
          </a:prstGeom>
          <a:noFill/>
          <a:ln/>
        </p:spPr>
        <p:txBody>
          <a:bodyPr wrap="square" lIns="25400" tIns="25400" rIns="25400" bIns="25400" rtlCol="0" anchor="t">
            <a:normAutofit/>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상점 목록 화면 이미지</a:t>
            </a:r>
            <a:endParaRPr lang="en-US" sz="1800" dirty="0"/>
          </a:p>
        </p:txBody>
      </p:sp>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22D3C0">
                  <a:alpha val="100000"/>
                </a:srgbClr>
              </a:gs>
              <a:gs pos="100000">
                <a:srgbClr val="F5C518">
                  <a:alpha val="100000"/>
                </a:srgbClr>
              </a:gs>
            </a:gsLst>
            <a:lin ang="0" scaled="0"/>
          </a:gradFill>
          <a:ln/>
        </p:spPr>
        <p:txBody>
          <a:bodyPr/>
          <a:lstStyle/>
          <a:p>
            <a:endParaRPr lang="ko-KR" altLang="en-US"/>
          </a:p>
        </p:txBody>
      </p:sp>
      <p:sp>
        <p:nvSpPr>
          <p:cNvPr id="3" name="Text 1"/>
          <p:cNvSpPr/>
          <p:nvPr/>
        </p:nvSpPr>
        <p:spPr>
          <a:xfrm>
            <a:off x="914400" y="504825"/>
            <a:ext cx="1810512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22D3C0"/>
                </a:solidFill>
                <a:latin typeface="Arial" pitchFamily="34" charset="0"/>
                <a:ea typeface="Arial" pitchFamily="34" charset="-122"/>
                <a:cs typeface="Arial" pitchFamily="34" charset="-120"/>
              </a:rPr>
              <a:t>FEATURE 03</a:t>
            </a:r>
            <a:endParaRPr lang="en-US" sz="1800" dirty="0"/>
          </a:p>
        </p:txBody>
      </p:sp>
      <p:sp>
        <p:nvSpPr>
          <p:cNvPr id="4" name="Text 2"/>
          <p:cNvSpPr/>
          <p:nvPr/>
        </p:nvSpPr>
        <p:spPr>
          <a:xfrm>
            <a:off x="914400" y="828675"/>
            <a:ext cx="1810512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F&amp;B &amp; 굿즈 상점</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914400" y="3388717"/>
            <a:ext cx="8096250" cy="1170285"/>
          </a:xfrm>
          <a:prstGeom prst="roundRect">
            <a:avLst>
              <a:gd name="adj" fmla="val 9767"/>
            </a:avLst>
          </a:prstGeom>
          <a:solidFill>
            <a:srgbClr val="FFFFFF">
              <a:alpha val="7000"/>
            </a:srgbClr>
          </a:solidFill>
          <a:ln/>
        </p:spPr>
        <p:txBody>
          <a:bodyPr/>
          <a:lstStyle/>
          <a:p>
            <a:endParaRPr lang="ko-KR" altLang="en-US"/>
          </a:p>
        </p:txBody>
      </p:sp>
      <p:sp>
        <p:nvSpPr>
          <p:cNvPr id="6" name="Shape 4">
            <a:extLst>
              <a:ext uri="{C183D7F6-B498-43B3-948B-1728B52AA6E4}">
                <adec:decorative xmlns:adec="http://schemas.microsoft.com/office/drawing/2017/decorative" val="1"/>
              </a:ext>
            </a:extLst>
          </p:cNvPr>
          <p:cNvSpPr/>
          <p:nvPr/>
        </p:nvSpPr>
        <p:spPr>
          <a:xfrm>
            <a:off x="914400" y="4552652"/>
            <a:ext cx="8096250" cy="9525"/>
          </a:xfrm>
          <a:prstGeom prst="rect">
            <a:avLst/>
          </a:prstGeom>
          <a:solidFill>
            <a:srgbClr val="FFFFFF">
              <a:alpha val="11000"/>
            </a:srgbClr>
          </a:solidFill>
          <a:ln/>
        </p:spPr>
        <p:txBody>
          <a:bodyPr/>
          <a:lstStyle/>
          <a:p>
            <a:endParaRPr lang="ko-KR" altLang="en-US"/>
          </a:p>
        </p:txBody>
      </p:sp>
      <p:sp>
        <p:nvSpPr>
          <p:cNvPr id="7" name="Shape 5">
            <a:extLst>
              <a:ext uri="{C183D7F6-B498-43B3-948B-1728B52AA6E4}">
                <adec:decorative xmlns:adec="http://schemas.microsoft.com/office/drawing/2017/decorative" val="1"/>
              </a:ext>
            </a:extLst>
          </p:cNvPr>
          <p:cNvSpPr/>
          <p:nvPr/>
        </p:nvSpPr>
        <p:spPr>
          <a:xfrm>
            <a:off x="914400" y="3388717"/>
            <a:ext cx="8096250" cy="9525"/>
          </a:xfrm>
          <a:prstGeom prst="rect">
            <a:avLst/>
          </a:prstGeom>
          <a:solidFill>
            <a:srgbClr val="FFFFFF">
              <a:alpha val="11000"/>
            </a:srgbClr>
          </a:solidFill>
          <a:ln/>
        </p:spPr>
        <p:txBody>
          <a:bodyPr/>
          <a:lstStyle/>
          <a:p>
            <a:endParaRPr lang="ko-KR" altLang="en-US"/>
          </a:p>
        </p:txBody>
      </p:sp>
      <p:sp>
        <p:nvSpPr>
          <p:cNvPr id="8" name="Shape 6">
            <a:extLst>
              <a:ext uri="{C183D7F6-B498-43B3-948B-1728B52AA6E4}">
                <adec:decorative xmlns:adec="http://schemas.microsoft.com/office/drawing/2017/decorative" val="1"/>
              </a:ext>
            </a:extLst>
          </p:cNvPr>
          <p:cNvSpPr/>
          <p:nvPr/>
        </p:nvSpPr>
        <p:spPr>
          <a:xfrm>
            <a:off x="914400" y="3388717"/>
            <a:ext cx="38100" cy="1170285"/>
          </a:xfrm>
          <a:prstGeom prst="rect">
            <a:avLst/>
          </a:prstGeom>
          <a:solidFill>
            <a:srgbClr val="22D3C0"/>
          </a:solidFill>
          <a:ln/>
        </p:spPr>
        <p:txBody>
          <a:bodyPr/>
          <a:lstStyle/>
          <a:p>
            <a:endParaRPr lang="ko-KR" altLang="en-US"/>
          </a:p>
        </p:txBody>
      </p:sp>
      <p:sp>
        <p:nvSpPr>
          <p:cNvPr id="9" name="Shape 7">
            <a:extLst>
              <a:ext uri="{C183D7F6-B498-43B3-948B-1728B52AA6E4}">
                <adec:decorative xmlns:adec="http://schemas.microsoft.com/office/drawing/2017/decorative" val="1"/>
              </a:ext>
            </a:extLst>
          </p:cNvPr>
          <p:cNvSpPr/>
          <p:nvPr/>
        </p:nvSpPr>
        <p:spPr>
          <a:xfrm>
            <a:off x="9004300" y="3388717"/>
            <a:ext cx="9525" cy="1170285"/>
          </a:xfrm>
          <a:prstGeom prst="rect">
            <a:avLst/>
          </a:prstGeom>
          <a:solidFill>
            <a:srgbClr val="FFFFFF">
              <a:alpha val="11000"/>
            </a:srgbClr>
          </a:solidFill>
          <a:ln/>
        </p:spPr>
        <p:txBody>
          <a:bodyPr/>
          <a:lstStyle/>
          <a:p>
            <a:endParaRPr lang="ko-KR" altLang="en-US"/>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2050" y="3677642"/>
            <a:ext cx="190500" cy="190500"/>
          </a:xfrm>
          <a:prstGeom prst="rect">
            <a:avLst/>
          </a:prstGeom>
        </p:spPr>
      </p:pic>
      <p:sp>
        <p:nvSpPr>
          <p:cNvPr id="11" name="Text 8"/>
          <p:cNvSpPr/>
          <p:nvPr/>
        </p:nvSpPr>
        <p:spPr>
          <a:xfrm>
            <a:off x="1466850" y="3566517"/>
            <a:ext cx="2198965"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픽업 시간대 예약</a:t>
            </a:r>
            <a:endParaRPr lang="en-US" sz="2250" dirty="0"/>
          </a:p>
        </p:txBody>
      </p:sp>
      <p:sp>
        <p:nvSpPr>
          <p:cNvPr id="12" name="Text 9"/>
          <p:cNvSpPr/>
          <p:nvPr/>
        </p:nvSpPr>
        <p:spPr>
          <a:xfrm>
            <a:off x="1162050" y="4026892"/>
            <a:ext cx="8395970"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50000"/>
                  </a:srgbClr>
                </a:solidFill>
                <a:latin typeface="Arial" pitchFamily="34" charset="0"/>
                <a:ea typeface="Arial" pitchFamily="34" charset="-122"/>
                <a:cs typeface="Arial" pitchFamily="34" charset="-120"/>
              </a:rPr>
              <a:t>Time Slot 선택 주문으로 현장 혼잡 분산. 선주문 방식</a:t>
            </a:r>
            <a:endParaRPr lang="en-US" sz="1800" dirty="0"/>
          </a:p>
        </p:txBody>
      </p:sp>
      <p:sp>
        <p:nvSpPr>
          <p:cNvPr id="13" name="Shape 10">
            <a:extLst>
              <a:ext uri="{C183D7F6-B498-43B3-948B-1728B52AA6E4}">
                <adec:decorative xmlns:adec="http://schemas.microsoft.com/office/drawing/2017/decorative" val="1"/>
              </a:ext>
            </a:extLst>
          </p:cNvPr>
          <p:cNvSpPr/>
          <p:nvPr/>
        </p:nvSpPr>
        <p:spPr>
          <a:xfrm>
            <a:off x="914400" y="4692353"/>
            <a:ext cx="8096250" cy="1170285"/>
          </a:xfrm>
          <a:prstGeom prst="roundRect">
            <a:avLst>
              <a:gd name="adj" fmla="val 9767"/>
            </a:avLst>
          </a:prstGeom>
          <a:solidFill>
            <a:srgbClr val="FFFFFF">
              <a:alpha val="7000"/>
            </a:srgbClr>
          </a:solidFill>
          <a:ln/>
        </p:spPr>
        <p:txBody>
          <a:bodyPr/>
          <a:lstStyle/>
          <a:p>
            <a:endParaRPr lang="ko-KR" altLang="en-US"/>
          </a:p>
        </p:txBody>
      </p:sp>
      <p:sp>
        <p:nvSpPr>
          <p:cNvPr id="14" name="Shape 11">
            <a:extLst>
              <a:ext uri="{C183D7F6-B498-43B3-948B-1728B52AA6E4}">
                <adec:decorative xmlns:adec="http://schemas.microsoft.com/office/drawing/2017/decorative" val="1"/>
              </a:ext>
            </a:extLst>
          </p:cNvPr>
          <p:cNvSpPr/>
          <p:nvPr/>
        </p:nvSpPr>
        <p:spPr>
          <a:xfrm>
            <a:off x="914400" y="5856288"/>
            <a:ext cx="8096250" cy="9525"/>
          </a:xfrm>
          <a:prstGeom prst="rect">
            <a:avLst/>
          </a:prstGeom>
          <a:solidFill>
            <a:srgbClr val="FFFFFF">
              <a:alpha val="11000"/>
            </a:srgbClr>
          </a:solidFill>
          <a:ln/>
        </p:spPr>
        <p:txBody>
          <a:bodyPr/>
          <a:lstStyle/>
          <a:p>
            <a:endParaRPr lang="ko-KR" altLang="en-US"/>
          </a:p>
        </p:txBody>
      </p:sp>
      <p:sp>
        <p:nvSpPr>
          <p:cNvPr id="15" name="Shape 12">
            <a:extLst>
              <a:ext uri="{C183D7F6-B498-43B3-948B-1728B52AA6E4}">
                <adec:decorative xmlns:adec="http://schemas.microsoft.com/office/drawing/2017/decorative" val="1"/>
              </a:ext>
            </a:extLst>
          </p:cNvPr>
          <p:cNvSpPr/>
          <p:nvPr/>
        </p:nvSpPr>
        <p:spPr>
          <a:xfrm>
            <a:off x="914400" y="4692353"/>
            <a:ext cx="8096250" cy="9525"/>
          </a:xfrm>
          <a:prstGeom prst="rect">
            <a:avLst/>
          </a:prstGeom>
          <a:solidFill>
            <a:srgbClr val="FFFFFF">
              <a:alpha val="11000"/>
            </a:srgbClr>
          </a:solidFill>
          <a:ln/>
        </p:spPr>
        <p:txBody>
          <a:bodyPr/>
          <a:lstStyle/>
          <a:p>
            <a:endParaRPr lang="ko-KR" altLang="en-US"/>
          </a:p>
        </p:txBody>
      </p:sp>
      <p:sp>
        <p:nvSpPr>
          <p:cNvPr id="16" name="Shape 13">
            <a:extLst>
              <a:ext uri="{C183D7F6-B498-43B3-948B-1728B52AA6E4}">
                <adec:decorative xmlns:adec="http://schemas.microsoft.com/office/drawing/2017/decorative" val="1"/>
              </a:ext>
            </a:extLst>
          </p:cNvPr>
          <p:cNvSpPr/>
          <p:nvPr/>
        </p:nvSpPr>
        <p:spPr>
          <a:xfrm>
            <a:off x="914400" y="4692353"/>
            <a:ext cx="38100" cy="1170285"/>
          </a:xfrm>
          <a:prstGeom prst="rect">
            <a:avLst/>
          </a:prstGeom>
          <a:solidFill>
            <a:srgbClr val="22D3C0"/>
          </a:solidFill>
          <a:ln/>
        </p:spPr>
        <p:txBody>
          <a:bodyPr/>
          <a:lstStyle/>
          <a:p>
            <a:endParaRPr lang="ko-KR" altLang="en-US"/>
          </a:p>
        </p:txBody>
      </p:sp>
      <p:sp>
        <p:nvSpPr>
          <p:cNvPr id="17" name="Shape 14">
            <a:extLst>
              <a:ext uri="{C183D7F6-B498-43B3-948B-1728B52AA6E4}">
                <adec:decorative xmlns:adec="http://schemas.microsoft.com/office/drawing/2017/decorative" val="1"/>
              </a:ext>
            </a:extLst>
          </p:cNvPr>
          <p:cNvSpPr/>
          <p:nvPr/>
        </p:nvSpPr>
        <p:spPr>
          <a:xfrm>
            <a:off x="9004300" y="4692353"/>
            <a:ext cx="9525" cy="1170285"/>
          </a:xfrm>
          <a:prstGeom prst="rect">
            <a:avLst/>
          </a:prstGeom>
          <a:solidFill>
            <a:srgbClr val="FFFFFF">
              <a:alpha val="11000"/>
            </a:srgbClr>
          </a:solidFill>
          <a:ln/>
        </p:spPr>
        <p:txBody>
          <a:bodyPr/>
          <a:lstStyle/>
          <a:p>
            <a:endParaRPr lang="ko-KR" alt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4981277"/>
            <a:ext cx="190500" cy="190500"/>
          </a:xfrm>
          <a:prstGeom prst="rect">
            <a:avLst/>
          </a:prstGeom>
        </p:spPr>
      </p:pic>
      <p:sp>
        <p:nvSpPr>
          <p:cNvPr id="19" name="Text 15"/>
          <p:cNvSpPr/>
          <p:nvPr/>
        </p:nvSpPr>
        <p:spPr>
          <a:xfrm>
            <a:off x="1466850" y="4870152"/>
            <a:ext cx="1822430"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통합 장바구니</a:t>
            </a:r>
            <a:endParaRPr lang="en-US" sz="2250" dirty="0"/>
          </a:p>
        </p:txBody>
      </p:sp>
      <p:sp>
        <p:nvSpPr>
          <p:cNvPr id="20" name="Text 16"/>
          <p:cNvSpPr/>
          <p:nvPr/>
        </p:nvSpPr>
        <p:spPr>
          <a:xfrm>
            <a:off x="1162050" y="5330528"/>
            <a:ext cx="8395970"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50000"/>
                  </a:srgbClr>
                </a:solidFill>
                <a:latin typeface="Arial" pitchFamily="34" charset="0"/>
                <a:ea typeface="Arial" pitchFamily="34" charset="-122"/>
                <a:cs typeface="Arial" pitchFamily="34" charset="-120"/>
              </a:rPr>
              <a:t>굿즈/F&amp;B 함께 담기. 실시간 재고·수량 반영</a:t>
            </a:r>
            <a:endParaRPr lang="en-US" sz="1800" dirty="0"/>
          </a:p>
        </p:txBody>
      </p:sp>
      <p:sp>
        <p:nvSpPr>
          <p:cNvPr id="21" name="Shape 17">
            <a:extLst>
              <a:ext uri="{C183D7F6-B498-43B3-948B-1728B52AA6E4}">
                <adec:decorative xmlns:adec="http://schemas.microsoft.com/office/drawing/2017/decorative" val="1"/>
              </a:ext>
            </a:extLst>
          </p:cNvPr>
          <p:cNvSpPr/>
          <p:nvPr/>
        </p:nvSpPr>
        <p:spPr>
          <a:xfrm>
            <a:off x="914400" y="5995988"/>
            <a:ext cx="8096250" cy="1170285"/>
          </a:xfrm>
          <a:prstGeom prst="roundRect">
            <a:avLst>
              <a:gd name="adj" fmla="val 9767"/>
            </a:avLst>
          </a:prstGeom>
          <a:solidFill>
            <a:srgbClr val="FFFFFF">
              <a:alpha val="7000"/>
            </a:srgbClr>
          </a:solidFill>
          <a:ln/>
        </p:spPr>
        <p:txBody>
          <a:bodyPr/>
          <a:lstStyle/>
          <a:p>
            <a:endParaRPr lang="ko-KR" altLang="en-US"/>
          </a:p>
        </p:txBody>
      </p:sp>
      <p:sp>
        <p:nvSpPr>
          <p:cNvPr id="22" name="Shape 18">
            <a:extLst>
              <a:ext uri="{C183D7F6-B498-43B3-948B-1728B52AA6E4}">
                <adec:decorative xmlns:adec="http://schemas.microsoft.com/office/drawing/2017/decorative" val="1"/>
              </a:ext>
            </a:extLst>
          </p:cNvPr>
          <p:cNvSpPr/>
          <p:nvPr/>
        </p:nvSpPr>
        <p:spPr>
          <a:xfrm>
            <a:off x="914400" y="7159923"/>
            <a:ext cx="8096250" cy="9525"/>
          </a:xfrm>
          <a:prstGeom prst="rect">
            <a:avLst/>
          </a:prstGeom>
          <a:solidFill>
            <a:srgbClr val="FFFFFF">
              <a:alpha val="11000"/>
            </a:srgbClr>
          </a:solidFill>
          <a:ln/>
        </p:spPr>
        <p:txBody>
          <a:bodyPr/>
          <a:lstStyle/>
          <a:p>
            <a:endParaRPr lang="ko-KR" altLang="en-US"/>
          </a:p>
        </p:txBody>
      </p:sp>
      <p:sp>
        <p:nvSpPr>
          <p:cNvPr id="23" name="Shape 19">
            <a:extLst>
              <a:ext uri="{C183D7F6-B498-43B3-948B-1728B52AA6E4}">
                <adec:decorative xmlns:adec="http://schemas.microsoft.com/office/drawing/2017/decorative" val="1"/>
              </a:ext>
            </a:extLst>
          </p:cNvPr>
          <p:cNvSpPr/>
          <p:nvPr/>
        </p:nvSpPr>
        <p:spPr>
          <a:xfrm>
            <a:off x="914400" y="5995988"/>
            <a:ext cx="8096250" cy="9525"/>
          </a:xfrm>
          <a:prstGeom prst="rect">
            <a:avLst/>
          </a:prstGeom>
          <a:solidFill>
            <a:srgbClr val="FFFFFF">
              <a:alpha val="11000"/>
            </a:srgbClr>
          </a:solidFill>
          <a:ln/>
        </p:spPr>
        <p:txBody>
          <a:bodyPr/>
          <a:lstStyle/>
          <a:p>
            <a:endParaRPr lang="ko-KR" altLang="en-US"/>
          </a:p>
        </p:txBody>
      </p:sp>
      <p:sp>
        <p:nvSpPr>
          <p:cNvPr id="24" name="Shape 20">
            <a:extLst>
              <a:ext uri="{C183D7F6-B498-43B3-948B-1728B52AA6E4}">
                <adec:decorative xmlns:adec="http://schemas.microsoft.com/office/drawing/2017/decorative" val="1"/>
              </a:ext>
            </a:extLst>
          </p:cNvPr>
          <p:cNvSpPr/>
          <p:nvPr/>
        </p:nvSpPr>
        <p:spPr>
          <a:xfrm>
            <a:off x="914400" y="5995988"/>
            <a:ext cx="38100" cy="1170285"/>
          </a:xfrm>
          <a:prstGeom prst="rect">
            <a:avLst/>
          </a:prstGeom>
          <a:solidFill>
            <a:srgbClr val="F5C518"/>
          </a:solidFill>
          <a:ln/>
        </p:spPr>
        <p:txBody>
          <a:bodyPr/>
          <a:lstStyle/>
          <a:p>
            <a:endParaRPr lang="ko-KR" altLang="en-US"/>
          </a:p>
        </p:txBody>
      </p:sp>
      <p:sp>
        <p:nvSpPr>
          <p:cNvPr id="25" name="Shape 21">
            <a:extLst>
              <a:ext uri="{C183D7F6-B498-43B3-948B-1728B52AA6E4}">
                <adec:decorative xmlns:adec="http://schemas.microsoft.com/office/drawing/2017/decorative" val="1"/>
              </a:ext>
            </a:extLst>
          </p:cNvPr>
          <p:cNvSpPr/>
          <p:nvPr/>
        </p:nvSpPr>
        <p:spPr>
          <a:xfrm>
            <a:off x="9004300" y="5995988"/>
            <a:ext cx="9525" cy="1170285"/>
          </a:xfrm>
          <a:prstGeom prst="rect">
            <a:avLst/>
          </a:prstGeom>
          <a:solidFill>
            <a:srgbClr val="FFFFFF">
              <a:alpha val="11000"/>
            </a:srgbClr>
          </a:solidFill>
          <a:ln/>
        </p:spPr>
        <p:txBody>
          <a:bodyPr/>
          <a:lstStyle/>
          <a:p>
            <a:endParaRPr lang="ko-KR" altLang="en-US"/>
          </a:p>
        </p:txBody>
      </p:sp>
      <p:pic>
        <p:nvPicPr>
          <p:cNvPr id="2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2050" y="6284913"/>
            <a:ext cx="190500" cy="190500"/>
          </a:xfrm>
          <a:prstGeom prst="rect">
            <a:avLst/>
          </a:prstGeom>
        </p:spPr>
      </p:pic>
      <p:sp>
        <p:nvSpPr>
          <p:cNvPr id="27" name="Text 22"/>
          <p:cNvSpPr/>
          <p:nvPr/>
        </p:nvSpPr>
        <p:spPr>
          <a:xfrm>
            <a:off x="1466850" y="6173788"/>
            <a:ext cx="2119402"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쿠폰 &amp; 타임세일</a:t>
            </a:r>
            <a:endParaRPr lang="en-US" sz="2250" dirty="0"/>
          </a:p>
        </p:txBody>
      </p:sp>
      <p:sp>
        <p:nvSpPr>
          <p:cNvPr id="28" name="Text 23"/>
          <p:cNvSpPr/>
          <p:nvPr/>
        </p:nvSpPr>
        <p:spPr>
          <a:xfrm>
            <a:off x="1162050" y="6634163"/>
            <a:ext cx="8395970"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50000"/>
                  </a:srgbClr>
                </a:solidFill>
                <a:latin typeface="Arial" pitchFamily="34" charset="0"/>
                <a:ea typeface="Arial" pitchFamily="34" charset="-122"/>
                <a:cs typeface="Arial" pitchFamily="34" charset="-120"/>
              </a:rPr>
              <a:t>쿠폰 코드 즉시 적용. 비인기 시간대 자동 할인</a:t>
            </a:r>
            <a:endParaRPr lang="en-US" sz="1800" dirty="0"/>
          </a:p>
        </p:txBody>
      </p:sp>
      <p:sp>
        <p:nvSpPr>
          <p:cNvPr id="29" name="Shape 24">
            <a:extLst>
              <a:ext uri="{C183D7F6-B498-43B3-948B-1728B52AA6E4}">
                <adec:decorative xmlns:adec="http://schemas.microsoft.com/office/drawing/2017/decorative" val="1"/>
              </a:ext>
            </a:extLst>
          </p:cNvPr>
          <p:cNvSpPr/>
          <p:nvPr/>
        </p:nvSpPr>
        <p:spPr>
          <a:xfrm>
            <a:off x="914400" y="7299623"/>
            <a:ext cx="8096250" cy="1170285"/>
          </a:xfrm>
          <a:prstGeom prst="roundRect">
            <a:avLst>
              <a:gd name="adj" fmla="val 9767"/>
            </a:avLst>
          </a:prstGeom>
          <a:solidFill>
            <a:srgbClr val="FFFFFF">
              <a:alpha val="7000"/>
            </a:srgbClr>
          </a:solidFill>
          <a:ln/>
        </p:spPr>
        <p:txBody>
          <a:bodyPr/>
          <a:lstStyle/>
          <a:p>
            <a:endParaRPr lang="ko-KR" altLang="en-US"/>
          </a:p>
        </p:txBody>
      </p:sp>
      <p:sp>
        <p:nvSpPr>
          <p:cNvPr id="30" name="Shape 25">
            <a:extLst>
              <a:ext uri="{C183D7F6-B498-43B3-948B-1728B52AA6E4}">
                <adec:decorative xmlns:adec="http://schemas.microsoft.com/office/drawing/2017/decorative" val="1"/>
              </a:ext>
            </a:extLst>
          </p:cNvPr>
          <p:cNvSpPr/>
          <p:nvPr/>
        </p:nvSpPr>
        <p:spPr>
          <a:xfrm>
            <a:off x="914400" y="8463558"/>
            <a:ext cx="8096250" cy="9525"/>
          </a:xfrm>
          <a:prstGeom prst="rect">
            <a:avLst/>
          </a:prstGeom>
          <a:solidFill>
            <a:srgbClr val="FFFFFF">
              <a:alpha val="11000"/>
            </a:srgbClr>
          </a:solidFill>
          <a:ln/>
        </p:spPr>
        <p:txBody>
          <a:bodyPr/>
          <a:lstStyle/>
          <a:p>
            <a:endParaRPr lang="ko-KR" altLang="en-US"/>
          </a:p>
        </p:txBody>
      </p:sp>
      <p:sp>
        <p:nvSpPr>
          <p:cNvPr id="31" name="Shape 26">
            <a:extLst>
              <a:ext uri="{C183D7F6-B498-43B3-948B-1728B52AA6E4}">
                <adec:decorative xmlns:adec="http://schemas.microsoft.com/office/drawing/2017/decorative" val="1"/>
              </a:ext>
            </a:extLst>
          </p:cNvPr>
          <p:cNvSpPr/>
          <p:nvPr/>
        </p:nvSpPr>
        <p:spPr>
          <a:xfrm>
            <a:off x="914400" y="7299623"/>
            <a:ext cx="8096250" cy="9525"/>
          </a:xfrm>
          <a:prstGeom prst="rect">
            <a:avLst/>
          </a:prstGeom>
          <a:solidFill>
            <a:srgbClr val="FFFFFF">
              <a:alpha val="11000"/>
            </a:srgbClr>
          </a:solidFill>
          <a:ln/>
        </p:spPr>
        <p:txBody>
          <a:bodyPr/>
          <a:lstStyle/>
          <a:p>
            <a:endParaRPr lang="ko-KR" altLang="en-US"/>
          </a:p>
        </p:txBody>
      </p:sp>
      <p:sp>
        <p:nvSpPr>
          <p:cNvPr id="32" name="Shape 27">
            <a:extLst>
              <a:ext uri="{C183D7F6-B498-43B3-948B-1728B52AA6E4}">
                <adec:decorative xmlns:adec="http://schemas.microsoft.com/office/drawing/2017/decorative" val="1"/>
              </a:ext>
            </a:extLst>
          </p:cNvPr>
          <p:cNvSpPr/>
          <p:nvPr/>
        </p:nvSpPr>
        <p:spPr>
          <a:xfrm>
            <a:off x="914400" y="7299623"/>
            <a:ext cx="38100" cy="1170285"/>
          </a:xfrm>
          <a:prstGeom prst="rect">
            <a:avLst/>
          </a:prstGeom>
          <a:solidFill>
            <a:srgbClr val="22D3C0"/>
          </a:solidFill>
          <a:ln/>
        </p:spPr>
        <p:txBody>
          <a:bodyPr/>
          <a:lstStyle/>
          <a:p>
            <a:endParaRPr lang="ko-KR" altLang="en-US"/>
          </a:p>
        </p:txBody>
      </p:sp>
      <p:sp>
        <p:nvSpPr>
          <p:cNvPr id="33" name="Shape 28">
            <a:extLst>
              <a:ext uri="{C183D7F6-B498-43B3-948B-1728B52AA6E4}">
                <adec:decorative xmlns:adec="http://schemas.microsoft.com/office/drawing/2017/decorative" val="1"/>
              </a:ext>
            </a:extLst>
          </p:cNvPr>
          <p:cNvSpPr/>
          <p:nvPr/>
        </p:nvSpPr>
        <p:spPr>
          <a:xfrm>
            <a:off x="9004300" y="7299623"/>
            <a:ext cx="9525" cy="1170285"/>
          </a:xfrm>
          <a:prstGeom prst="rect">
            <a:avLst/>
          </a:prstGeom>
          <a:solidFill>
            <a:srgbClr val="FFFFFF">
              <a:alpha val="11000"/>
            </a:srgbClr>
          </a:solidFill>
          <a:ln/>
        </p:spPr>
        <p:txBody>
          <a:bodyPr/>
          <a:lstStyle/>
          <a:p>
            <a:endParaRPr lang="ko-KR" altLang="en-US"/>
          </a:p>
        </p:txBody>
      </p:sp>
      <p:pic>
        <p:nvPicPr>
          <p:cNvPr id="3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62050" y="7588548"/>
            <a:ext cx="190500" cy="190500"/>
          </a:xfrm>
          <a:prstGeom prst="rect">
            <a:avLst/>
          </a:prstGeom>
        </p:spPr>
      </p:pic>
      <p:sp>
        <p:nvSpPr>
          <p:cNvPr id="35" name="Text 29"/>
          <p:cNvSpPr/>
          <p:nvPr/>
        </p:nvSpPr>
        <p:spPr>
          <a:xfrm>
            <a:off x="1466850" y="7477423"/>
            <a:ext cx="2198965"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실시간 주문 보드</a:t>
            </a:r>
            <a:endParaRPr lang="en-US" sz="2250" dirty="0"/>
          </a:p>
        </p:txBody>
      </p:sp>
      <p:sp>
        <p:nvSpPr>
          <p:cNvPr id="36" name="Text 30"/>
          <p:cNvSpPr/>
          <p:nvPr/>
        </p:nvSpPr>
        <p:spPr>
          <a:xfrm>
            <a:off x="1162050" y="7937798"/>
            <a:ext cx="8395970"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50000"/>
                  </a:srgbClr>
                </a:solidFill>
                <a:latin typeface="Arial" pitchFamily="34" charset="0"/>
                <a:ea typeface="Arial" pitchFamily="34" charset="-122"/>
                <a:cs typeface="Arial" pitchFamily="34" charset="-120"/>
              </a:rPr>
              <a:t>접수→조리중→준비완료 WebSocket 상태 동기화</a:t>
            </a:r>
            <a:endParaRPr lang="en-US" sz="1800" dirty="0"/>
          </a:p>
        </p:txBody>
      </p:sp>
      <p:sp>
        <p:nvSpPr>
          <p:cNvPr id="37" name="Shape 31">
            <a:extLst>
              <a:ext uri="{C183D7F6-B498-43B3-948B-1728B52AA6E4}">
                <adec:decorative xmlns:adec="http://schemas.microsoft.com/office/drawing/2017/decorative" val="1"/>
              </a:ext>
            </a:extLst>
          </p:cNvPr>
          <p:cNvSpPr/>
          <p:nvPr/>
        </p:nvSpPr>
        <p:spPr>
          <a:xfrm>
            <a:off x="9277350" y="1990725"/>
            <a:ext cx="3990975" cy="3881438"/>
          </a:xfrm>
          <a:prstGeom prst="roundRect">
            <a:avLst>
              <a:gd name="adj" fmla="val 2945"/>
            </a:avLst>
          </a:prstGeom>
          <a:blipFill dpi="0" rotWithShape="1">
            <a:blip r:embed="rId7">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39" name="Shape 33">
            <a:extLst>
              <a:ext uri="{C183D7F6-B498-43B3-948B-1728B52AA6E4}">
                <adec:decorative xmlns:adec="http://schemas.microsoft.com/office/drawing/2017/decorative" val="1"/>
              </a:ext>
            </a:extLst>
          </p:cNvPr>
          <p:cNvSpPr/>
          <p:nvPr/>
        </p:nvSpPr>
        <p:spPr>
          <a:xfrm>
            <a:off x="13382625" y="1990725"/>
            <a:ext cx="4500245" cy="3881438"/>
          </a:xfrm>
          <a:prstGeom prst="roundRect">
            <a:avLst>
              <a:gd name="adj" fmla="val 2945"/>
            </a:avLst>
          </a:prstGeom>
          <a:blipFill dpi="0" rotWithShape="1">
            <a:blip r:embed="rId8">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41" name="Shape 35">
            <a:extLst>
              <a:ext uri="{C183D7F6-B498-43B3-948B-1728B52AA6E4}">
                <adec:decorative xmlns:adec="http://schemas.microsoft.com/office/drawing/2017/decorative" val="1"/>
              </a:ext>
            </a:extLst>
          </p:cNvPr>
          <p:cNvSpPr/>
          <p:nvPr/>
        </p:nvSpPr>
        <p:spPr>
          <a:xfrm>
            <a:off x="9277350" y="5986463"/>
            <a:ext cx="3990975" cy="3881438"/>
          </a:xfrm>
          <a:prstGeom prst="roundRect">
            <a:avLst>
              <a:gd name="adj" fmla="val 2945"/>
            </a:avLst>
          </a:prstGeom>
          <a:blipFill dpi="0" rotWithShape="1">
            <a:blip r:embed="rId9">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43" name="Shape 37">
            <a:extLst>
              <a:ext uri="{C183D7F6-B498-43B3-948B-1728B52AA6E4}">
                <adec:decorative xmlns:adec="http://schemas.microsoft.com/office/drawing/2017/decorative" val="1"/>
              </a:ext>
            </a:extLst>
          </p:cNvPr>
          <p:cNvSpPr/>
          <p:nvPr/>
        </p:nvSpPr>
        <p:spPr>
          <a:xfrm>
            <a:off x="13382625" y="5986463"/>
            <a:ext cx="4500245" cy="3881438"/>
          </a:xfrm>
          <a:prstGeom prst="roundRect">
            <a:avLst>
              <a:gd name="adj" fmla="val 2945"/>
            </a:avLst>
          </a:prstGeom>
          <a:blipFill dpi="0" rotWithShape="1">
            <a:blip r:embed="rId10">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53A54"/>
        </a:solidFill>
        <a:effectLst/>
      </p:bgPr>
    </p:bg>
    <p:spTree>
      <p:nvGrpSpPr>
        <p:cNvPr id="1" name=""/>
        <p:cNvGrpSpPr/>
        <p:nvPr/>
      </p:nvGrpSpPr>
      <p:grpSpPr>
        <a:xfrm>
          <a:off x="0" y="0"/>
          <a:ext cx="0" cy="0"/>
          <a:chOff x="0" y="0"/>
          <a:chExt cx="0" cy="0"/>
        </a:xfrm>
      </p:grpSpPr>
      <p:sp>
        <p:nvSpPr>
          <p:cNvPr id="42" name="Text 36"/>
          <p:cNvSpPr/>
          <p:nvPr/>
        </p:nvSpPr>
        <p:spPr>
          <a:xfrm>
            <a:off x="10782102" y="7596982"/>
            <a:ext cx="981472" cy="698500"/>
          </a:xfrm>
          <a:prstGeom prst="rect">
            <a:avLst/>
          </a:prstGeom>
          <a:noFill/>
          <a:ln/>
        </p:spPr>
        <p:txBody>
          <a:bodyPr wrap="square" lIns="25400" tIns="25400" rIns="25400" bIns="25400" rtlCol="0" anchor="t">
            <a:normAutofit fontScale="92500"/>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정산 화면 이미지</a:t>
            </a:r>
            <a:endParaRPr lang="en-US" sz="1800" dirty="0"/>
          </a:p>
        </p:txBody>
      </p:sp>
      <p:sp>
        <p:nvSpPr>
          <p:cNvPr id="44" name="Text 38"/>
          <p:cNvSpPr/>
          <p:nvPr/>
        </p:nvSpPr>
        <p:spPr>
          <a:xfrm>
            <a:off x="14782205" y="7596982"/>
            <a:ext cx="1191816" cy="698500"/>
          </a:xfrm>
          <a:prstGeom prst="rect">
            <a:avLst/>
          </a:prstGeom>
          <a:noFill/>
          <a:ln/>
        </p:spPr>
        <p:txBody>
          <a:bodyPr wrap="square" lIns="25400" tIns="25400" rIns="25400" bIns="25400" rtlCol="0" anchor="t">
            <a:normAutofit fontScale="92500"/>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경보 알림 화면 이미지</a:t>
            </a:r>
            <a:endParaRPr lang="en-US" sz="1800" dirty="0"/>
          </a:p>
        </p:txBody>
      </p:sp>
      <p:sp>
        <p:nvSpPr>
          <p:cNvPr id="40" name="Text 34"/>
          <p:cNvSpPr/>
          <p:nvPr/>
        </p:nvSpPr>
        <p:spPr>
          <a:xfrm>
            <a:off x="15074812" y="3601244"/>
            <a:ext cx="1191816" cy="698500"/>
          </a:xfrm>
          <a:prstGeom prst="rect">
            <a:avLst/>
          </a:prstGeom>
          <a:noFill/>
          <a:ln/>
        </p:spPr>
        <p:txBody>
          <a:bodyPr wrap="square" lIns="25400" tIns="25400" rIns="25400" bIns="25400" rtlCol="0" anchor="t">
            <a:normAutofit fontScale="92500"/>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좌석 편집기 화면 이미지</a:t>
            </a:r>
            <a:endParaRPr lang="en-US" sz="1800" dirty="0"/>
          </a:p>
        </p:txBody>
      </p:sp>
      <p:sp>
        <p:nvSpPr>
          <p:cNvPr id="38" name="Text 32"/>
          <p:cNvSpPr/>
          <p:nvPr/>
        </p:nvSpPr>
        <p:spPr>
          <a:xfrm>
            <a:off x="10676930" y="3601244"/>
            <a:ext cx="1191816" cy="698500"/>
          </a:xfrm>
          <a:prstGeom prst="rect">
            <a:avLst/>
          </a:prstGeom>
          <a:noFill/>
          <a:ln/>
        </p:spPr>
        <p:txBody>
          <a:bodyPr wrap="square" lIns="25400" tIns="25400" rIns="25400" bIns="25400" rtlCol="0" anchor="t">
            <a:normAutofit fontScale="92500"/>
          </a:bodyPr>
          <a:lstStyle/>
          <a:p>
            <a:pPr marL="0" indent="0" algn="ctr">
              <a:buNone/>
            </a:pPr>
            <a:r>
              <a:rPr lang="en-US" sz="1800" dirty="0">
                <a:solidFill>
                  <a:srgbClr val="F5C518">
                    <a:alpha val="50000"/>
                  </a:srgbClr>
                </a:solidFill>
                <a:latin typeface="Arial" pitchFamily="34" charset="0"/>
                <a:ea typeface="Arial" pitchFamily="34" charset="-122"/>
                <a:cs typeface="Arial" pitchFamily="34" charset="-120"/>
              </a:rPr>
              <a:t>대시보드 화면 이미지</a:t>
            </a:r>
            <a:endParaRPr lang="en-US" sz="1800" dirty="0"/>
          </a:p>
        </p:txBody>
      </p:sp>
      <p:sp>
        <p:nvSpPr>
          <p:cNvPr id="2"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F5C518">
                  <a:alpha val="100000"/>
                </a:srgbClr>
              </a:gs>
              <a:gs pos="100000">
                <a:srgbClr val="F26B5B">
                  <a:alpha val="100000"/>
                </a:srgbClr>
              </a:gs>
            </a:gsLst>
            <a:lin ang="0" scaled="0"/>
          </a:gradFill>
          <a:ln/>
        </p:spPr>
        <p:txBody>
          <a:bodyPr/>
          <a:lstStyle/>
          <a:p>
            <a:endParaRPr lang="ko-KR" altLang="en-US"/>
          </a:p>
        </p:txBody>
      </p:sp>
      <p:sp>
        <p:nvSpPr>
          <p:cNvPr id="3" name="Text 1"/>
          <p:cNvSpPr/>
          <p:nvPr/>
        </p:nvSpPr>
        <p:spPr>
          <a:xfrm>
            <a:off x="914400" y="504825"/>
            <a:ext cx="1810512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F5C518"/>
                </a:solidFill>
                <a:latin typeface="Arial" pitchFamily="34" charset="0"/>
                <a:ea typeface="Arial" pitchFamily="34" charset="-122"/>
                <a:cs typeface="Arial" pitchFamily="34" charset="-120"/>
              </a:rPr>
              <a:t>FEATURE 04</a:t>
            </a:r>
            <a:endParaRPr lang="en-US" sz="1800" dirty="0"/>
          </a:p>
        </p:txBody>
      </p:sp>
      <p:sp>
        <p:nvSpPr>
          <p:cNvPr id="4" name="Text 2"/>
          <p:cNvSpPr/>
          <p:nvPr/>
        </p:nvSpPr>
        <p:spPr>
          <a:xfrm>
            <a:off x="914400" y="828675"/>
            <a:ext cx="1810512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관리자 대시보드</a:t>
            </a:r>
            <a:endParaRPr lang="en-US" sz="5100" dirty="0"/>
          </a:p>
        </p:txBody>
      </p:sp>
      <p:sp>
        <p:nvSpPr>
          <p:cNvPr id="5" name="Shape 3">
            <a:extLst>
              <a:ext uri="{C183D7F6-B498-43B3-948B-1728B52AA6E4}">
                <adec:decorative xmlns:adec="http://schemas.microsoft.com/office/drawing/2017/decorative" val="1"/>
              </a:ext>
            </a:extLst>
          </p:cNvPr>
          <p:cNvSpPr/>
          <p:nvPr/>
        </p:nvSpPr>
        <p:spPr>
          <a:xfrm>
            <a:off x="914400" y="3388717"/>
            <a:ext cx="8096250" cy="1170285"/>
          </a:xfrm>
          <a:prstGeom prst="roundRect">
            <a:avLst>
              <a:gd name="adj" fmla="val 9767"/>
            </a:avLst>
          </a:prstGeom>
          <a:solidFill>
            <a:srgbClr val="FFFFFF">
              <a:alpha val="7000"/>
            </a:srgbClr>
          </a:solidFill>
          <a:ln/>
        </p:spPr>
        <p:txBody>
          <a:bodyPr/>
          <a:lstStyle/>
          <a:p>
            <a:endParaRPr lang="ko-KR" altLang="en-US"/>
          </a:p>
        </p:txBody>
      </p:sp>
      <p:sp>
        <p:nvSpPr>
          <p:cNvPr id="6" name="Shape 4">
            <a:extLst>
              <a:ext uri="{C183D7F6-B498-43B3-948B-1728B52AA6E4}">
                <adec:decorative xmlns:adec="http://schemas.microsoft.com/office/drawing/2017/decorative" val="1"/>
              </a:ext>
            </a:extLst>
          </p:cNvPr>
          <p:cNvSpPr/>
          <p:nvPr/>
        </p:nvSpPr>
        <p:spPr>
          <a:xfrm>
            <a:off x="914400" y="4552652"/>
            <a:ext cx="8096250" cy="9525"/>
          </a:xfrm>
          <a:prstGeom prst="rect">
            <a:avLst/>
          </a:prstGeom>
          <a:solidFill>
            <a:srgbClr val="FFFFFF">
              <a:alpha val="11000"/>
            </a:srgbClr>
          </a:solidFill>
          <a:ln/>
        </p:spPr>
        <p:txBody>
          <a:bodyPr/>
          <a:lstStyle/>
          <a:p>
            <a:endParaRPr lang="ko-KR" altLang="en-US"/>
          </a:p>
        </p:txBody>
      </p:sp>
      <p:sp>
        <p:nvSpPr>
          <p:cNvPr id="7" name="Shape 5">
            <a:extLst>
              <a:ext uri="{C183D7F6-B498-43B3-948B-1728B52AA6E4}">
                <adec:decorative xmlns:adec="http://schemas.microsoft.com/office/drawing/2017/decorative" val="1"/>
              </a:ext>
            </a:extLst>
          </p:cNvPr>
          <p:cNvSpPr/>
          <p:nvPr/>
        </p:nvSpPr>
        <p:spPr>
          <a:xfrm>
            <a:off x="914400" y="3388717"/>
            <a:ext cx="8096250" cy="9525"/>
          </a:xfrm>
          <a:prstGeom prst="rect">
            <a:avLst/>
          </a:prstGeom>
          <a:solidFill>
            <a:srgbClr val="FFFFFF">
              <a:alpha val="11000"/>
            </a:srgbClr>
          </a:solidFill>
          <a:ln/>
        </p:spPr>
        <p:txBody>
          <a:bodyPr/>
          <a:lstStyle/>
          <a:p>
            <a:endParaRPr lang="ko-KR" altLang="en-US"/>
          </a:p>
        </p:txBody>
      </p:sp>
      <p:sp>
        <p:nvSpPr>
          <p:cNvPr id="8" name="Shape 6">
            <a:extLst>
              <a:ext uri="{C183D7F6-B498-43B3-948B-1728B52AA6E4}">
                <adec:decorative xmlns:adec="http://schemas.microsoft.com/office/drawing/2017/decorative" val="1"/>
              </a:ext>
            </a:extLst>
          </p:cNvPr>
          <p:cNvSpPr/>
          <p:nvPr/>
        </p:nvSpPr>
        <p:spPr>
          <a:xfrm>
            <a:off x="914400" y="3388717"/>
            <a:ext cx="38100" cy="1170285"/>
          </a:xfrm>
          <a:prstGeom prst="rect">
            <a:avLst/>
          </a:prstGeom>
          <a:solidFill>
            <a:srgbClr val="F5C518"/>
          </a:solidFill>
          <a:ln/>
        </p:spPr>
        <p:txBody>
          <a:bodyPr/>
          <a:lstStyle/>
          <a:p>
            <a:endParaRPr lang="ko-KR" altLang="en-US"/>
          </a:p>
        </p:txBody>
      </p:sp>
      <p:sp>
        <p:nvSpPr>
          <p:cNvPr id="9" name="Shape 7">
            <a:extLst>
              <a:ext uri="{C183D7F6-B498-43B3-948B-1728B52AA6E4}">
                <adec:decorative xmlns:adec="http://schemas.microsoft.com/office/drawing/2017/decorative" val="1"/>
              </a:ext>
            </a:extLst>
          </p:cNvPr>
          <p:cNvSpPr/>
          <p:nvPr/>
        </p:nvSpPr>
        <p:spPr>
          <a:xfrm>
            <a:off x="9004300" y="3388717"/>
            <a:ext cx="9525" cy="1170285"/>
          </a:xfrm>
          <a:prstGeom prst="rect">
            <a:avLst/>
          </a:prstGeom>
          <a:solidFill>
            <a:srgbClr val="FFFFFF">
              <a:alpha val="11000"/>
            </a:srgbClr>
          </a:solidFill>
          <a:ln/>
        </p:spPr>
        <p:txBody>
          <a:bodyPr/>
          <a:lstStyle/>
          <a:p>
            <a:endParaRPr lang="ko-KR" altLang="en-US"/>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2050" y="3677642"/>
            <a:ext cx="190500" cy="190500"/>
          </a:xfrm>
          <a:prstGeom prst="rect">
            <a:avLst/>
          </a:prstGeom>
        </p:spPr>
      </p:pic>
      <p:sp>
        <p:nvSpPr>
          <p:cNvPr id="11" name="Text 8"/>
          <p:cNvSpPr/>
          <p:nvPr/>
        </p:nvSpPr>
        <p:spPr>
          <a:xfrm>
            <a:off x="1466850" y="3566517"/>
            <a:ext cx="2488188"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통합 관제 대시보드</a:t>
            </a:r>
            <a:endParaRPr lang="en-US" sz="2250" dirty="0"/>
          </a:p>
        </p:txBody>
      </p:sp>
      <p:sp>
        <p:nvSpPr>
          <p:cNvPr id="12" name="Text 9"/>
          <p:cNvSpPr/>
          <p:nvPr/>
        </p:nvSpPr>
        <p:spPr>
          <a:xfrm>
            <a:off x="1162050" y="4026892"/>
            <a:ext cx="8395970"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50000"/>
                  </a:srgbClr>
                </a:solidFill>
                <a:latin typeface="Arial" pitchFamily="34" charset="0"/>
                <a:ea typeface="Arial" pitchFamily="34" charset="-122"/>
                <a:cs typeface="Arial" pitchFamily="34" charset="-120"/>
              </a:rPr>
              <a:t>당일 입장객·예매·주문 현황. ApexCharts 통계 시각화</a:t>
            </a:r>
            <a:endParaRPr lang="en-US" sz="1800" dirty="0"/>
          </a:p>
        </p:txBody>
      </p:sp>
      <p:sp>
        <p:nvSpPr>
          <p:cNvPr id="13" name="Shape 10">
            <a:extLst>
              <a:ext uri="{C183D7F6-B498-43B3-948B-1728B52AA6E4}">
                <adec:decorative xmlns:adec="http://schemas.microsoft.com/office/drawing/2017/decorative" val="1"/>
              </a:ext>
            </a:extLst>
          </p:cNvPr>
          <p:cNvSpPr/>
          <p:nvPr/>
        </p:nvSpPr>
        <p:spPr>
          <a:xfrm>
            <a:off x="914400" y="4692353"/>
            <a:ext cx="8096250" cy="1170285"/>
          </a:xfrm>
          <a:prstGeom prst="roundRect">
            <a:avLst>
              <a:gd name="adj" fmla="val 9767"/>
            </a:avLst>
          </a:prstGeom>
          <a:solidFill>
            <a:srgbClr val="FFFFFF">
              <a:alpha val="7000"/>
            </a:srgbClr>
          </a:solidFill>
          <a:ln/>
        </p:spPr>
        <p:txBody>
          <a:bodyPr/>
          <a:lstStyle/>
          <a:p>
            <a:endParaRPr lang="ko-KR" altLang="en-US"/>
          </a:p>
        </p:txBody>
      </p:sp>
      <p:sp>
        <p:nvSpPr>
          <p:cNvPr id="14" name="Shape 11">
            <a:extLst>
              <a:ext uri="{C183D7F6-B498-43B3-948B-1728B52AA6E4}">
                <adec:decorative xmlns:adec="http://schemas.microsoft.com/office/drawing/2017/decorative" val="1"/>
              </a:ext>
            </a:extLst>
          </p:cNvPr>
          <p:cNvSpPr/>
          <p:nvPr/>
        </p:nvSpPr>
        <p:spPr>
          <a:xfrm>
            <a:off x="914400" y="5856288"/>
            <a:ext cx="8096250" cy="9525"/>
          </a:xfrm>
          <a:prstGeom prst="rect">
            <a:avLst/>
          </a:prstGeom>
          <a:solidFill>
            <a:srgbClr val="FFFFFF">
              <a:alpha val="11000"/>
            </a:srgbClr>
          </a:solidFill>
          <a:ln/>
        </p:spPr>
        <p:txBody>
          <a:bodyPr/>
          <a:lstStyle/>
          <a:p>
            <a:endParaRPr lang="ko-KR" altLang="en-US"/>
          </a:p>
        </p:txBody>
      </p:sp>
      <p:sp>
        <p:nvSpPr>
          <p:cNvPr id="15" name="Shape 12">
            <a:extLst>
              <a:ext uri="{C183D7F6-B498-43B3-948B-1728B52AA6E4}">
                <adec:decorative xmlns:adec="http://schemas.microsoft.com/office/drawing/2017/decorative" val="1"/>
              </a:ext>
            </a:extLst>
          </p:cNvPr>
          <p:cNvSpPr/>
          <p:nvPr/>
        </p:nvSpPr>
        <p:spPr>
          <a:xfrm>
            <a:off x="914400" y="4692353"/>
            <a:ext cx="8096250" cy="9525"/>
          </a:xfrm>
          <a:prstGeom prst="rect">
            <a:avLst/>
          </a:prstGeom>
          <a:solidFill>
            <a:srgbClr val="FFFFFF">
              <a:alpha val="11000"/>
            </a:srgbClr>
          </a:solidFill>
          <a:ln/>
        </p:spPr>
        <p:txBody>
          <a:bodyPr/>
          <a:lstStyle/>
          <a:p>
            <a:endParaRPr lang="ko-KR" altLang="en-US"/>
          </a:p>
        </p:txBody>
      </p:sp>
      <p:sp>
        <p:nvSpPr>
          <p:cNvPr id="16" name="Shape 13">
            <a:extLst>
              <a:ext uri="{C183D7F6-B498-43B3-948B-1728B52AA6E4}">
                <adec:decorative xmlns:adec="http://schemas.microsoft.com/office/drawing/2017/decorative" val="1"/>
              </a:ext>
            </a:extLst>
          </p:cNvPr>
          <p:cNvSpPr/>
          <p:nvPr/>
        </p:nvSpPr>
        <p:spPr>
          <a:xfrm>
            <a:off x="914400" y="4692353"/>
            <a:ext cx="38100" cy="1170285"/>
          </a:xfrm>
          <a:prstGeom prst="rect">
            <a:avLst/>
          </a:prstGeom>
          <a:solidFill>
            <a:srgbClr val="F5C518"/>
          </a:solidFill>
          <a:ln/>
        </p:spPr>
        <p:txBody>
          <a:bodyPr/>
          <a:lstStyle/>
          <a:p>
            <a:endParaRPr lang="ko-KR" altLang="en-US"/>
          </a:p>
        </p:txBody>
      </p:sp>
      <p:sp>
        <p:nvSpPr>
          <p:cNvPr id="17" name="Shape 14">
            <a:extLst>
              <a:ext uri="{C183D7F6-B498-43B3-948B-1728B52AA6E4}">
                <adec:decorative xmlns:adec="http://schemas.microsoft.com/office/drawing/2017/decorative" val="1"/>
              </a:ext>
            </a:extLst>
          </p:cNvPr>
          <p:cNvSpPr/>
          <p:nvPr/>
        </p:nvSpPr>
        <p:spPr>
          <a:xfrm>
            <a:off x="9004300" y="4692353"/>
            <a:ext cx="9525" cy="1170285"/>
          </a:xfrm>
          <a:prstGeom prst="rect">
            <a:avLst/>
          </a:prstGeom>
          <a:solidFill>
            <a:srgbClr val="FFFFFF">
              <a:alpha val="11000"/>
            </a:srgbClr>
          </a:solidFill>
          <a:ln/>
        </p:spPr>
        <p:txBody>
          <a:bodyPr/>
          <a:lstStyle/>
          <a:p>
            <a:endParaRPr lang="ko-KR" alt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4981277"/>
            <a:ext cx="190500" cy="190500"/>
          </a:xfrm>
          <a:prstGeom prst="rect">
            <a:avLst/>
          </a:prstGeom>
        </p:spPr>
      </p:pic>
      <p:sp>
        <p:nvSpPr>
          <p:cNvPr id="19" name="Text 15"/>
          <p:cNvSpPr/>
          <p:nvPr/>
        </p:nvSpPr>
        <p:spPr>
          <a:xfrm>
            <a:off x="1466850" y="4870152"/>
            <a:ext cx="3239294"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SVG 실시간 좌석 편집기</a:t>
            </a:r>
            <a:endParaRPr lang="en-US" sz="2250" dirty="0"/>
          </a:p>
        </p:txBody>
      </p:sp>
      <p:sp>
        <p:nvSpPr>
          <p:cNvPr id="20" name="Text 16"/>
          <p:cNvSpPr/>
          <p:nvPr/>
        </p:nvSpPr>
        <p:spPr>
          <a:xfrm>
            <a:off x="1162050" y="5330528"/>
            <a:ext cx="8395970"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50000"/>
                  </a:srgbClr>
                </a:solidFill>
                <a:latin typeface="Arial" pitchFamily="34" charset="0"/>
                <a:ea typeface="Arial" pitchFamily="34" charset="-122"/>
                <a:cs typeface="Arial" pitchFamily="34" charset="-120"/>
              </a:rPr>
              <a:t>구역별 좌석 직접 추가·편집 → DB 즉시 저장</a:t>
            </a:r>
            <a:endParaRPr lang="en-US" sz="1800" dirty="0"/>
          </a:p>
        </p:txBody>
      </p:sp>
      <p:sp>
        <p:nvSpPr>
          <p:cNvPr id="21" name="Shape 17">
            <a:extLst>
              <a:ext uri="{C183D7F6-B498-43B3-948B-1728B52AA6E4}">
                <adec:decorative xmlns:adec="http://schemas.microsoft.com/office/drawing/2017/decorative" val="1"/>
              </a:ext>
            </a:extLst>
          </p:cNvPr>
          <p:cNvSpPr/>
          <p:nvPr/>
        </p:nvSpPr>
        <p:spPr>
          <a:xfrm>
            <a:off x="914400" y="5995988"/>
            <a:ext cx="8096250" cy="1170285"/>
          </a:xfrm>
          <a:prstGeom prst="roundRect">
            <a:avLst>
              <a:gd name="adj" fmla="val 9767"/>
            </a:avLst>
          </a:prstGeom>
          <a:solidFill>
            <a:srgbClr val="FFFFFF">
              <a:alpha val="7000"/>
            </a:srgbClr>
          </a:solidFill>
          <a:ln/>
        </p:spPr>
        <p:txBody>
          <a:bodyPr/>
          <a:lstStyle/>
          <a:p>
            <a:endParaRPr lang="ko-KR" altLang="en-US"/>
          </a:p>
        </p:txBody>
      </p:sp>
      <p:sp>
        <p:nvSpPr>
          <p:cNvPr id="22" name="Shape 18">
            <a:extLst>
              <a:ext uri="{C183D7F6-B498-43B3-948B-1728B52AA6E4}">
                <adec:decorative xmlns:adec="http://schemas.microsoft.com/office/drawing/2017/decorative" val="1"/>
              </a:ext>
            </a:extLst>
          </p:cNvPr>
          <p:cNvSpPr/>
          <p:nvPr/>
        </p:nvSpPr>
        <p:spPr>
          <a:xfrm>
            <a:off x="914400" y="7159923"/>
            <a:ext cx="8096250" cy="9525"/>
          </a:xfrm>
          <a:prstGeom prst="rect">
            <a:avLst/>
          </a:prstGeom>
          <a:solidFill>
            <a:srgbClr val="FFFFFF">
              <a:alpha val="11000"/>
            </a:srgbClr>
          </a:solidFill>
          <a:ln/>
        </p:spPr>
        <p:txBody>
          <a:bodyPr/>
          <a:lstStyle/>
          <a:p>
            <a:endParaRPr lang="ko-KR" altLang="en-US"/>
          </a:p>
        </p:txBody>
      </p:sp>
      <p:sp>
        <p:nvSpPr>
          <p:cNvPr id="23" name="Shape 19">
            <a:extLst>
              <a:ext uri="{C183D7F6-B498-43B3-948B-1728B52AA6E4}">
                <adec:decorative xmlns:adec="http://schemas.microsoft.com/office/drawing/2017/decorative" val="1"/>
              </a:ext>
            </a:extLst>
          </p:cNvPr>
          <p:cNvSpPr/>
          <p:nvPr/>
        </p:nvSpPr>
        <p:spPr>
          <a:xfrm>
            <a:off x="914400" y="5995988"/>
            <a:ext cx="8096250" cy="9525"/>
          </a:xfrm>
          <a:prstGeom prst="rect">
            <a:avLst/>
          </a:prstGeom>
          <a:solidFill>
            <a:srgbClr val="FFFFFF">
              <a:alpha val="11000"/>
            </a:srgbClr>
          </a:solidFill>
          <a:ln/>
        </p:spPr>
        <p:txBody>
          <a:bodyPr/>
          <a:lstStyle/>
          <a:p>
            <a:endParaRPr lang="ko-KR" altLang="en-US"/>
          </a:p>
        </p:txBody>
      </p:sp>
      <p:sp>
        <p:nvSpPr>
          <p:cNvPr id="24" name="Shape 20">
            <a:extLst>
              <a:ext uri="{C183D7F6-B498-43B3-948B-1728B52AA6E4}">
                <adec:decorative xmlns:adec="http://schemas.microsoft.com/office/drawing/2017/decorative" val="1"/>
              </a:ext>
            </a:extLst>
          </p:cNvPr>
          <p:cNvSpPr/>
          <p:nvPr/>
        </p:nvSpPr>
        <p:spPr>
          <a:xfrm>
            <a:off x="914400" y="5995988"/>
            <a:ext cx="38100" cy="1170285"/>
          </a:xfrm>
          <a:prstGeom prst="rect">
            <a:avLst/>
          </a:prstGeom>
          <a:solidFill>
            <a:srgbClr val="F5C518"/>
          </a:solidFill>
          <a:ln/>
        </p:spPr>
        <p:txBody>
          <a:bodyPr/>
          <a:lstStyle/>
          <a:p>
            <a:endParaRPr lang="ko-KR" altLang="en-US"/>
          </a:p>
        </p:txBody>
      </p:sp>
      <p:sp>
        <p:nvSpPr>
          <p:cNvPr id="25" name="Shape 21">
            <a:extLst>
              <a:ext uri="{C183D7F6-B498-43B3-948B-1728B52AA6E4}">
                <adec:decorative xmlns:adec="http://schemas.microsoft.com/office/drawing/2017/decorative" val="1"/>
              </a:ext>
            </a:extLst>
          </p:cNvPr>
          <p:cNvSpPr/>
          <p:nvPr/>
        </p:nvSpPr>
        <p:spPr>
          <a:xfrm>
            <a:off x="9004300" y="5995988"/>
            <a:ext cx="9525" cy="1170285"/>
          </a:xfrm>
          <a:prstGeom prst="rect">
            <a:avLst/>
          </a:prstGeom>
          <a:solidFill>
            <a:srgbClr val="FFFFFF">
              <a:alpha val="11000"/>
            </a:srgbClr>
          </a:solidFill>
          <a:ln/>
        </p:spPr>
        <p:txBody>
          <a:bodyPr/>
          <a:lstStyle/>
          <a:p>
            <a:endParaRPr lang="ko-KR" altLang="en-US"/>
          </a:p>
        </p:txBody>
      </p:sp>
      <p:pic>
        <p:nvPicPr>
          <p:cNvPr id="2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2050" y="6284913"/>
            <a:ext cx="190500" cy="190500"/>
          </a:xfrm>
          <a:prstGeom prst="rect">
            <a:avLst/>
          </a:prstGeom>
        </p:spPr>
      </p:pic>
      <p:sp>
        <p:nvSpPr>
          <p:cNvPr id="27" name="Text 22"/>
          <p:cNvSpPr/>
          <p:nvPr/>
        </p:nvSpPr>
        <p:spPr>
          <a:xfrm>
            <a:off x="1466850" y="6173788"/>
            <a:ext cx="2488188" cy="450850"/>
          </a:xfrm>
          <a:prstGeom prst="rect">
            <a:avLst/>
          </a:prstGeom>
          <a:noFill/>
          <a:ln/>
        </p:spPr>
        <p:txBody>
          <a:bodyPr wrap="square" lIns="25400" tIns="25400" rIns="25400" bIns="25400" rtlCol="0" anchor="t">
            <a:normAutofit fontScale="92500"/>
          </a:bodyPr>
          <a:lstStyle/>
          <a:p>
            <a:pPr marL="0" indent="0" algn="l">
              <a:buNone/>
            </a:pPr>
            <a:r>
              <a:rPr lang="en-US" sz="2250" b="1" dirty="0">
                <a:solidFill>
                  <a:srgbClr val="FFFFFF"/>
                </a:solidFill>
                <a:latin typeface="Arial" pitchFamily="34" charset="0"/>
                <a:ea typeface="Arial" pitchFamily="34" charset="-122"/>
                <a:cs typeface="Arial" pitchFamily="34" charset="-120"/>
              </a:rPr>
              <a:t>가맹점 정산 자동화</a:t>
            </a:r>
            <a:endParaRPr lang="en-US" sz="2250" dirty="0"/>
          </a:p>
        </p:txBody>
      </p:sp>
      <p:sp>
        <p:nvSpPr>
          <p:cNvPr id="28" name="Text 23"/>
          <p:cNvSpPr/>
          <p:nvPr/>
        </p:nvSpPr>
        <p:spPr>
          <a:xfrm>
            <a:off x="1162050" y="6634163"/>
            <a:ext cx="8395970"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50000"/>
                  </a:srgbClr>
                </a:solidFill>
                <a:latin typeface="Arial" pitchFamily="34" charset="0"/>
                <a:ea typeface="Arial" pitchFamily="34" charset="-122"/>
                <a:cs typeface="Arial" pitchFamily="34" charset="-120"/>
              </a:rPr>
              <a:t>수수료 공제 후 정산 자동 출력. 배치 마감 프로세스</a:t>
            </a:r>
            <a:endParaRPr lang="en-US" sz="1800" dirty="0"/>
          </a:p>
        </p:txBody>
      </p:sp>
      <p:sp>
        <p:nvSpPr>
          <p:cNvPr id="29" name="Shape 24">
            <a:extLst>
              <a:ext uri="{C183D7F6-B498-43B3-948B-1728B52AA6E4}">
                <adec:decorative xmlns:adec="http://schemas.microsoft.com/office/drawing/2017/decorative" val="1"/>
              </a:ext>
            </a:extLst>
          </p:cNvPr>
          <p:cNvSpPr/>
          <p:nvPr/>
        </p:nvSpPr>
        <p:spPr>
          <a:xfrm>
            <a:off x="914400" y="7299623"/>
            <a:ext cx="8096250" cy="1170285"/>
          </a:xfrm>
          <a:prstGeom prst="roundRect">
            <a:avLst>
              <a:gd name="adj" fmla="val 9767"/>
            </a:avLst>
          </a:prstGeom>
          <a:solidFill>
            <a:srgbClr val="FFFFFF">
              <a:alpha val="7000"/>
            </a:srgbClr>
          </a:solidFill>
          <a:ln/>
        </p:spPr>
        <p:txBody>
          <a:bodyPr/>
          <a:lstStyle/>
          <a:p>
            <a:endParaRPr lang="ko-KR" altLang="en-US"/>
          </a:p>
        </p:txBody>
      </p:sp>
      <p:sp>
        <p:nvSpPr>
          <p:cNvPr id="30" name="Shape 25">
            <a:extLst>
              <a:ext uri="{C183D7F6-B498-43B3-948B-1728B52AA6E4}">
                <adec:decorative xmlns:adec="http://schemas.microsoft.com/office/drawing/2017/decorative" val="1"/>
              </a:ext>
            </a:extLst>
          </p:cNvPr>
          <p:cNvSpPr/>
          <p:nvPr/>
        </p:nvSpPr>
        <p:spPr>
          <a:xfrm>
            <a:off x="914400" y="8463558"/>
            <a:ext cx="8096250" cy="9525"/>
          </a:xfrm>
          <a:prstGeom prst="rect">
            <a:avLst/>
          </a:prstGeom>
          <a:solidFill>
            <a:srgbClr val="FFFFFF">
              <a:alpha val="11000"/>
            </a:srgbClr>
          </a:solidFill>
          <a:ln/>
        </p:spPr>
        <p:txBody>
          <a:bodyPr/>
          <a:lstStyle/>
          <a:p>
            <a:endParaRPr lang="ko-KR" altLang="en-US"/>
          </a:p>
        </p:txBody>
      </p:sp>
      <p:sp>
        <p:nvSpPr>
          <p:cNvPr id="31" name="Shape 26">
            <a:extLst>
              <a:ext uri="{C183D7F6-B498-43B3-948B-1728B52AA6E4}">
                <adec:decorative xmlns:adec="http://schemas.microsoft.com/office/drawing/2017/decorative" val="1"/>
              </a:ext>
            </a:extLst>
          </p:cNvPr>
          <p:cNvSpPr/>
          <p:nvPr/>
        </p:nvSpPr>
        <p:spPr>
          <a:xfrm>
            <a:off x="914400" y="7299623"/>
            <a:ext cx="8096250" cy="9525"/>
          </a:xfrm>
          <a:prstGeom prst="rect">
            <a:avLst/>
          </a:prstGeom>
          <a:solidFill>
            <a:srgbClr val="FFFFFF">
              <a:alpha val="11000"/>
            </a:srgbClr>
          </a:solidFill>
          <a:ln/>
        </p:spPr>
        <p:txBody>
          <a:bodyPr/>
          <a:lstStyle/>
          <a:p>
            <a:endParaRPr lang="ko-KR" altLang="en-US"/>
          </a:p>
        </p:txBody>
      </p:sp>
      <p:sp>
        <p:nvSpPr>
          <p:cNvPr id="32" name="Shape 27">
            <a:extLst>
              <a:ext uri="{C183D7F6-B498-43B3-948B-1728B52AA6E4}">
                <adec:decorative xmlns:adec="http://schemas.microsoft.com/office/drawing/2017/decorative" val="1"/>
              </a:ext>
            </a:extLst>
          </p:cNvPr>
          <p:cNvSpPr/>
          <p:nvPr/>
        </p:nvSpPr>
        <p:spPr>
          <a:xfrm>
            <a:off x="914400" y="7299623"/>
            <a:ext cx="38100" cy="1170285"/>
          </a:xfrm>
          <a:prstGeom prst="rect">
            <a:avLst/>
          </a:prstGeom>
          <a:solidFill>
            <a:srgbClr val="F26B5B"/>
          </a:solidFill>
          <a:ln/>
        </p:spPr>
        <p:txBody>
          <a:bodyPr/>
          <a:lstStyle/>
          <a:p>
            <a:endParaRPr lang="ko-KR" altLang="en-US"/>
          </a:p>
        </p:txBody>
      </p:sp>
      <p:sp>
        <p:nvSpPr>
          <p:cNvPr id="33" name="Shape 28">
            <a:extLst>
              <a:ext uri="{C183D7F6-B498-43B3-948B-1728B52AA6E4}">
                <adec:decorative xmlns:adec="http://schemas.microsoft.com/office/drawing/2017/decorative" val="1"/>
              </a:ext>
            </a:extLst>
          </p:cNvPr>
          <p:cNvSpPr/>
          <p:nvPr/>
        </p:nvSpPr>
        <p:spPr>
          <a:xfrm>
            <a:off x="9004300" y="7299623"/>
            <a:ext cx="9525" cy="1170285"/>
          </a:xfrm>
          <a:prstGeom prst="rect">
            <a:avLst/>
          </a:prstGeom>
          <a:solidFill>
            <a:srgbClr val="FFFFFF">
              <a:alpha val="11000"/>
            </a:srgbClr>
          </a:solidFill>
          <a:ln/>
        </p:spPr>
        <p:txBody>
          <a:bodyPr/>
          <a:lstStyle/>
          <a:p>
            <a:endParaRPr lang="ko-KR" altLang="en-US"/>
          </a:p>
        </p:txBody>
      </p:sp>
      <p:pic>
        <p:nvPicPr>
          <p:cNvPr id="3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62050" y="7588548"/>
            <a:ext cx="190500" cy="190500"/>
          </a:xfrm>
          <a:prstGeom prst="rect">
            <a:avLst/>
          </a:prstGeom>
        </p:spPr>
      </p:pic>
      <p:sp>
        <p:nvSpPr>
          <p:cNvPr id="35" name="Text 29"/>
          <p:cNvSpPr/>
          <p:nvPr/>
        </p:nvSpPr>
        <p:spPr>
          <a:xfrm>
            <a:off x="1466850" y="7477423"/>
            <a:ext cx="2575500" cy="4508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인파 밀집 자동 경보</a:t>
            </a:r>
            <a:endParaRPr lang="en-US" sz="2250" dirty="0"/>
          </a:p>
        </p:txBody>
      </p:sp>
      <p:sp>
        <p:nvSpPr>
          <p:cNvPr id="36" name="Text 30"/>
          <p:cNvSpPr/>
          <p:nvPr/>
        </p:nvSpPr>
        <p:spPr>
          <a:xfrm>
            <a:off x="1162050" y="7937798"/>
            <a:ext cx="8395970" cy="392410"/>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00" dirty="0">
                <a:solidFill>
                  <a:srgbClr val="FFFFFF">
                    <a:alpha val="50000"/>
                  </a:srgbClr>
                </a:solidFill>
                <a:latin typeface="Arial" pitchFamily="34" charset="0"/>
                <a:ea typeface="Arial" pitchFamily="34" charset="-122"/>
                <a:cs typeface="Arial" pitchFamily="34" charset="-120"/>
              </a:rPr>
              <a:t>QR 누적 스캔 → 밀집도 산출 → 스태프 자동 알림</a:t>
            </a:r>
            <a:endParaRPr lang="en-US" sz="1800" dirty="0"/>
          </a:p>
        </p:txBody>
      </p:sp>
      <p:sp>
        <p:nvSpPr>
          <p:cNvPr id="37" name="Shape 31">
            <a:extLst>
              <a:ext uri="{C183D7F6-B498-43B3-948B-1728B52AA6E4}">
                <adec:decorative xmlns:adec="http://schemas.microsoft.com/office/drawing/2017/decorative" val="1"/>
              </a:ext>
            </a:extLst>
          </p:cNvPr>
          <p:cNvSpPr/>
          <p:nvPr/>
        </p:nvSpPr>
        <p:spPr>
          <a:xfrm>
            <a:off x="9153526" y="1990725"/>
            <a:ext cx="4114800" cy="3881438"/>
          </a:xfrm>
          <a:prstGeom prst="roundRect">
            <a:avLst>
              <a:gd name="adj" fmla="val 2945"/>
            </a:avLst>
          </a:prstGeom>
          <a:blipFill dpi="0" rotWithShape="1">
            <a:blip r:embed="rId7">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dirty="0"/>
          </a:p>
        </p:txBody>
      </p:sp>
      <p:sp>
        <p:nvSpPr>
          <p:cNvPr id="39" name="Shape 33">
            <a:extLst>
              <a:ext uri="{C183D7F6-B498-43B3-948B-1728B52AA6E4}">
                <adec:decorative xmlns:adec="http://schemas.microsoft.com/office/drawing/2017/decorative" val="1"/>
              </a:ext>
            </a:extLst>
          </p:cNvPr>
          <p:cNvSpPr/>
          <p:nvPr/>
        </p:nvSpPr>
        <p:spPr>
          <a:xfrm>
            <a:off x="13382625" y="1990725"/>
            <a:ext cx="4576191" cy="3881438"/>
          </a:xfrm>
          <a:prstGeom prst="roundRect">
            <a:avLst>
              <a:gd name="adj" fmla="val 2945"/>
            </a:avLst>
          </a:prstGeom>
          <a:blipFill dpi="0" rotWithShape="1">
            <a:blip r:embed="rId8">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41" name="Shape 35">
            <a:extLst>
              <a:ext uri="{C183D7F6-B498-43B3-948B-1728B52AA6E4}">
                <adec:decorative xmlns:adec="http://schemas.microsoft.com/office/drawing/2017/decorative" val="1"/>
              </a:ext>
            </a:extLst>
          </p:cNvPr>
          <p:cNvSpPr/>
          <p:nvPr/>
        </p:nvSpPr>
        <p:spPr>
          <a:xfrm>
            <a:off x="9153526" y="5986463"/>
            <a:ext cx="4114799" cy="3881438"/>
          </a:xfrm>
          <a:prstGeom prst="roundRect">
            <a:avLst>
              <a:gd name="adj" fmla="val 2945"/>
            </a:avLst>
          </a:prstGeom>
          <a:blipFill dpi="0" rotWithShape="1">
            <a:blip r:embed="rId9">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a:p>
        </p:txBody>
      </p:sp>
      <p:sp>
        <p:nvSpPr>
          <p:cNvPr id="43" name="Shape 37">
            <a:extLst>
              <a:ext uri="{C183D7F6-B498-43B3-948B-1728B52AA6E4}">
                <adec:decorative xmlns:adec="http://schemas.microsoft.com/office/drawing/2017/decorative" val="1"/>
              </a:ext>
            </a:extLst>
          </p:cNvPr>
          <p:cNvSpPr/>
          <p:nvPr/>
        </p:nvSpPr>
        <p:spPr>
          <a:xfrm>
            <a:off x="13382625" y="5986463"/>
            <a:ext cx="4576191" cy="3881438"/>
          </a:xfrm>
          <a:prstGeom prst="roundRect">
            <a:avLst>
              <a:gd name="adj" fmla="val 2945"/>
            </a:avLst>
          </a:prstGeom>
          <a:blipFill dpi="0" rotWithShape="1">
            <a:blip r:embed="rId10">
              <a:extLst>
                <a:ext uri="{28A0092B-C50C-407E-A947-70E740481C1C}">
                  <a14:useLocalDpi xmlns:a14="http://schemas.microsoft.com/office/drawing/2010/main" val="0"/>
                </a:ext>
              </a:extLst>
            </a:blip>
            <a:srcRect/>
            <a:stretch>
              <a:fillRect/>
            </a:stretch>
          </a:blipFill>
          <a:ln w="12700">
            <a:solidFill>
              <a:srgbClr val="F5C518">
                <a:alpha val="30000"/>
              </a:srgbClr>
            </a:solidFill>
            <a:prstDash val="dash"/>
          </a:ln>
        </p:spPr>
        <p:txBody>
          <a:bodyPr/>
          <a:lstStyle/>
          <a:p>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C304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Text 0"/>
          <p:cNvSpPr/>
          <p:nvPr/>
        </p:nvSpPr>
        <p:spPr>
          <a:xfrm>
            <a:off x="8211741" y="3725863"/>
            <a:ext cx="2050862" cy="361950"/>
          </a:xfrm>
          <a:prstGeom prst="rect">
            <a:avLst/>
          </a:prstGeom>
          <a:noFill/>
          <a:ln/>
        </p:spPr>
        <p:txBody>
          <a:bodyPr wrap="square" lIns="25400" tIns="25400" rIns="25400" bIns="25400" rtlCol="0" anchor="t">
            <a:normAutofit fontScale="62500" lnSpcReduction="20000"/>
          </a:bodyPr>
          <a:lstStyle/>
          <a:p>
            <a:pPr marL="0" indent="0" algn="l">
              <a:buNone/>
            </a:pPr>
            <a:r>
              <a:rPr lang="en-US" sz="1950" kern="0" spc="750" dirty="0">
                <a:solidFill>
                  <a:srgbClr val="A78BFA">
                    <a:alpha val="70000"/>
                  </a:srgbClr>
                </a:solidFill>
                <a:latin typeface="Arial" pitchFamily="34" charset="0"/>
                <a:ea typeface="Arial" pitchFamily="34" charset="-122"/>
                <a:cs typeface="Arial" pitchFamily="34" charset="-120"/>
              </a:rPr>
              <a:t>CHAPTER 04</a:t>
            </a:r>
            <a:endParaRPr lang="en-US" sz="1950" dirty="0"/>
          </a:p>
        </p:txBody>
      </p:sp>
      <p:sp>
        <p:nvSpPr>
          <p:cNvPr id="4" name="Text 1"/>
          <p:cNvSpPr/>
          <p:nvPr/>
        </p:nvSpPr>
        <p:spPr>
          <a:xfrm>
            <a:off x="8286750" y="4221163"/>
            <a:ext cx="1885950" cy="1416050"/>
          </a:xfrm>
          <a:prstGeom prst="rect">
            <a:avLst/>
          </a:prstGeom>
          <a:noFill/>
          <a:ln/>
        </p:spPr>
        <p:txBody>
          <a:bodyPr wrap="square" lIns="25400" tIns="25400" rIns="25400" bIns="25400" rtlCol="0" anchor="t">
            <a:normAutofit fontScale="92500"/>
          </a:bodyPr>
          <a:lstStyle/>
          <a:p>
            <a:pPr marL="0" indent="0" algn="l">
              <a:buNone/>
            </a:pPr>
            <a:r>
              <a:rPr lang="en-US" sz="7500" b="1" kern="0" spc="-150" dirty="0">
                <a:solidFill>
                  <a:srgbClr val="FFFFFF"/>
                </a:solidFill>
                <a:latin typeface="Arial" pitchFamily="34" charset="0"/>
                <a:ea typeface="Arial" pitchFamily="34" charset="-122"/>
                <a:cs typeface="Arial" pitchFamily="34" charset="-120"/>
              </a:rPr>
              <a:t>시연</a:t>
            </a:r>
            <a:endParaRPr lang="en-US" sz="7500" dirty="0"/>
          </a:p>
        </p:txBody>
      </p:sp>
      <p:sp>
        <p:nvSpPr>
          <p:cNvPr id="5" name="Text 2"/>
          <p:cNvSpPr/>
          <p:nvPr/>
        </p:nvSpPr>
        <p:spPr>
          <a:xfrm>
            <a:off x="8372773" y="5732463"/>
            <a:ext cx="1696591" cy="533400"/>
          </a:xfrm>
          <a:prstGeom prst="rect">
            <a:avLst/>
          </a:prstGeom>
          <a:noFill/>
          <a:ln/>
        </p:spPr>
        <p:txBody>
          <a:bodyPr wrap="square" lIns="25400" tIns="25400" rIns="25400" bIns="25400" rtlCol="0" anchor="t">
            <a:normAutofit fontScale="62500" lnSpcReduction="20000"/>
          </a:bodyPr>
          <a:lstStyle/>
          <a:p>
            <a:pPr marL="0" indent="0" algn="l">
              <a:buNone/>
            </a:pPr>
            <a:r>
              <a:rPr lang="en-US" sz="3000" kern="0" spc="300" dirty="0">
                <a:solidFill>
                  <a:srgbClr val="FFFFFF">
                    <a:alpha val="40000"/>
                  </a:srgbClr>
                </a:solidFill>
                <a:latin typeface="Arial" pitchFamily="34" charset="0"/>
                <a:ea typeface="Arial" pitchFamily="34" charset="-122"/>
                <a:cs typeface="Arial" pitchFamily="34" charset="-120"/>
              </a:rPr>
              <a:t>LIVE DEMO</a:t>
            </a:r>
            <a:endParaRPr lang="en-US" sz="3000" dirty="0"/>
          </a:p>
        </p:txBody>
      </p:sp>
      <p:sp>
        <p:nvSpPr>
          <p:cNvPr id="6" name="Shape 3">
            <a:extLst>
              <a:ext uri="{C183D7F6-B498-43B3-948B-1728B52AA6E4}">
                <adec:decorative xmlns:adec="http://schemas.microsoft.com/office/drawing/2017/decorative" val="1"/>
              </a:ext>
            </a:extLst>
          </p:cNvPr>
          <p:cNvSpPr/>
          <p:nvPr/>
        </p:nvSpPr>
        <p:spPr>
          <a:xfrm>
            <a:off x="8858250" y="6532563"/>
            <a:ext cx="571500" cy="28575"/>
          </a:xfrm>
          <a:prstGeom prst="roundRect">
            <a:avLst>
              <a:gd name="adj" fmla="val 50000"/>
            </a:avLst>
          </a:prstGeom>
          <a:gradFill rotWithShape="1">
            <a:gsLst>
              <a:gs pos="0">
                <a:srgbClr val="A78BFA">
                  <a:alpha val="100000"/>
                </a:srgbClr>
              </a:gs>
              <a:gs pos="100000">
                <a:srgbClr val="22D3C0">
                  <a:alpha val="100000"/>
                </a:srgbClr>
              </a:gs>
            </a:gsLst>
            <a:lin ang="0" scaled="0"/>
          </a:gradFill>
          <a:ln/>
        </p:spPr>
        <p:txBody>
          <a:bodyPr/>
          <a:lstStyle/>
          <a:p>
            <a:endParaRPr lang="ko-KR" altLang="en-US"/>
          </a:p>
        </p:txBody>
      </p:sp>
      <p:sp>
        <p:nvSpPr>
          <p:cNvPr id="7" name="Shape 4">
            <a:extLst>
              <a:ext uri="{C183D7F6-B498-43B3-948B-1728B52AA6E4}">
                <adec:decorative xmlns:adec="http://schemas.microsoft.com/office/drawing/2017/decorative" val="1"/>
              </a:ext>
            </a:extLst>
          </p:cNvPr>
          <p:cNvSpPr/>
          <p:nvPr/>
        </p:nvSpPr>
        <p:spPr>
          <a:xfrm>
            <a:off x="0" y="10239375"/>
            <a:ext cx="18288000" cy="47625"/>
          </a:xfrm>
          <a:prstGeom prst="rect">
            <a:avLst/>
          </a:prstGeom>
          <a:gradFill rotWithShape="1">
            <a:gsLst>
              <a:gs pos="0">
                <a:srgbClr val="A78BFA">
                  <a:alpha val="100000"/>
                </a:srgbClr>
              </a:gs>
              <a:gs pos="100000">
                <a:srgbClr val="22D3C0">
                  <a:alpha val="100000"/>
                </a:srgbClr>
              </a:gs>
            </a:gsLst>
            <a:lin ang="0" scaled="0"/>
          </a:gradFill>
          <a:ln/>
        </p:spPr>
        <p:txBody>
          <a:bodyPr/>
          <a:lstStyle/>
          <a:p>
            <a:endParaRPr lang="ko-KR"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53A5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Shape 0">
            <a:extLs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F26B5B">
                  <a:alpha val="100000"/>
                </a:srgbClr>
              </a:gs>
              <a:gs pos="50000">
                <a:srgbClr val="A78BFA">
                  <a:alpha val="100000"/>
                </a:srgbClr>
              </a:gs>
              <a:gs pos="100000">
                <a:srgbClr val="F5C518">
                  <a:alpha val="100000"/>
                </a:srgbClr>
              </a:gs>
            </a:gsLst>
            <a:lin ang="0" scaled="0"/>
          </a:gradFill>
          <a:ln/>
        </p:spPr>
        <p:txBody>
          <a:bodyPr/>
          <a:lstStyle/>
          <a:p>
            <a:endParaRPr lang="ko-KR" altLang="en-US"/>
          </a:p>
        </p:txBody>
      </p:sp>
      <p:sp>
        <p:nvSpPr>
          <p:cNvPr id="4" name="Text 1"/>
          <p:cNvSpPr/>
          <p:nvPr/>
        </p:nvSpPr>
        <p:spPr>
          <a:xfrm>
            <a:off x="1033272" y="696849"/>
            <a:ext cx="534670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F26B5B"/>
                </a:solidFill>
                <a:latin typeface="Arial" pitchFamily="34" charset="0"/>
                <a:ea typeface="Arial" pitchFamily="34" charset="-122"/>
                <a:cs typeface="Arial" pitchFamily="34" charset="-120"/>
              </a:rPr>
              <a:t>CHAPTER 05</a:t>
            </a:r>
            <a:endParaRPr lang="en-US" sz="1800" dirty="0"/>
          </a:p>
        </p:txBody>
      </p:sp>
      <p:sp>
        <p:nvSpPr>
          <p:cNvPr id="5" name="Text 2"/>
          <p:cNvSpPr/>
          <p:nvPr/>
        </p:nvSpPr>
        <p:spPr>
          <a:xfrm>
            <a:off x="1033272" y="1020699"/>
            <a:ext cx="534670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소감</a:t>
            </a:r>
            <a:endParaRPr lang="en-US" sz="5100" dirty="0"/>
          </a:p>
        </p:txBody>
      </p:sp>
      <p:grpSp>
        <p:nvGrpSpPr>
          <p:cNvPr id="24" name="그룹 23">
            <a:extLst>
              <a:ext uri="{FF2B5EF4-FFF2-40B4-BE49-F238E27FC236}">
                <a16:creationId xmlns:a16="http://schemas.microsoft.com/office/drawing/2014/main" id="{47F9909B-6C54-F009-E10F-6C51B21A803C}"/>
              </a:ext>
            </a:extLst>
          </p:cNvPr>
          <p:cNvGrpSpPr/>
          <p:nvPr/>
        </p:nvGrpSpPr>
        <p:grpSpPr>
          <a:xfrm>
            <a:off x="2730754" y="2028825"/>
            <a:ext cx="5500370" cy="7839075"/>
            <a:chOff x="6470650" y="2028825"/>
            <a:chExt cx="5500370" cy="7839075"/>
          </a:xfrm>
        </p:grpSpPr>
        <p:sp>
          <p:nvSpPr>
            <p:cNvPr id="12" name="Shape 8">
              <a:extLst>
                <a:ext uri="{C183D7F6-B498-43B3-948B-1728B52AA6E4}">
                  <adec:decorative xmlns:adec="http://schemas.microsoft.com/office/drawing/2017/decorative" val="1"/>
                </a:ext>
              </a:extLst>
            </p:cNvPr>
            <p:cNvSpPr/>
            <p:nvPr/>
          </p:nvSpPr>
          <p:spPr>
            <a:xfrm>
              <a:off x="6470650" y="2028825"/>
              <a:ext cx="5346700" cy="7839075"/>
            </a:xfrm>
            <a:prstGeom prst="roundRect">
              <a:avLst>
                <a:gd name="adj" fmla="val 3563"/>
              </a:avLst>
            </a:prstGeom>
            <a:solidFill>
              <a:srgbClr val="A78BFA">
                <a:alpha val="8000"/>
              </a:srgbClr>
            </a:solidFill>
            <a:ln w="12700">
              <a:solidFill>
                <a:srgbClr val="A78BFA">
                  <a:alpha val="20000"/>
                </a:srgbClr>
              </a:solidFill>
              <a:prstDash val="solid"/>
            </a:ln>
          </p:spPr>
          <p:txBody>
            <a:bodyPr/>
            <a:lstStyle/>
            <a:p>
              <a:endParaRPr lang="ko-KR" altLang="en-US"/>
            </a:p>
          </p:txBody>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8150" y="2346325"/>
              <a:ext cx="381000" cy="381000"/>
            </a:xfrm>
            <a:prstGeom prst="rect">
              <a:avLst/>
            </a:prstGeom>
          </p:spPr>
        </p:pic>
        <p:sp>
          <p:nvSpPr>
            <p:cNvPr id="14" name="Text 9"/>
            <p:cNvSpPr/>
            <p:nvPr/>
          </p:nvSpPr>
          <p:spPr>
            <a:xfrm>
              <a:off x="6788150" y="2860675"/>
              <a:ext cx="5182870" cy="590550"/>
            </a:xfrm>
            <a:prstGeom prst="rect">
              <a:avLst/>
            </a:prstGeom>
            <a:noFill/>
            <a:ln/>
          </p:spPr>
          <p:txBody>
            <a:bodyPr wrap="square" lIns="25400" tIns="25400" rIns="25400" bIns="25400" rtlCol="0" anchor="t">
              <a:normAutofit/>
            </a:bodyPr>
            <a:lstStyle/>
            <a:p>
              <a:pPr marL="0" indent="0" algn="l">
                <a:buNone/>
              </a:pPr>
              <a:r>
                <a:rPr lang="ko-KR" altLang="en-US" sz="3000" b="1" dirty="0">
                  <a:solidFill>
                    <a:srgbClr val="FFFFFF"/>
                  </a:solidFill>
                  <a:latin typeface="Arial" pitchFamily="34" charset="0"/>
                  <a:ea typeface="Arial" pitchFamily="34" charset="-122"/>
                  <a:cs typeface="Arial" pitchFamily="34" charset="-120"/>
                </a:rPr>
                <a:t>아쉬운</a:t>
              </a:r>
              <a:r>
                <a:rPr lang="en-US" sz="3000" b="1" dirty="0">
                  <a:solidFill>
                    <a:srgbClr val="FFFFFF"/>
                  </a:solidFill>
                  <a:latin typeface="Arial" pitchFamily="34" charset="0"/>
                  <a:ea typeface="Arial" pitchFamily="34" charset="-122"/>
                  <a:cs typeface="Arial" pitchFamily="34" charset="-120"/>
                </a:rPr>
                <a:t> 점</a:t>
              </a:r>
              <a:endParaRPr lang="en-US" sz="3000" dirty="0"/>
            </a:p>
          </p:txBody>
        </p:sp>
        <p:sp>
          <p:nvSpPr>
            <p:cNvPr id="15" name="Text 10"/>
            <p:cNvSpPr/>
            <p:nvPr/>
          </p:nvSpPr>
          <p:spPr>
            <a:xfrm>
              <a:off x="6788150" y="3546475"/>
              <a:ext cx="4853051" cy="815181"/>
            </a:xfrm>
            <a:prstGeom prst="rect">
              <a:avLst/>
            </a:prstGeom>
            <a:noFill/>
            <a:ln/>
          </p:spPr>
          <p:txBody>
            <a:bodyPr wrap="square" lIns="25400" tIns="25400" rIns="25400" bIns="25400" rtlCol="0" anchor="t">
              <a:noAutofit/>
            </a:bodyPr>
            <a:lstStyle/>
            <a:p>
              <a:pPr marL="0" indent="0" algn="l">
                <a:lnSpc>
                  <a:spcPct val="170000"/>
                </a:lnSpc>
                <a:buNone/>
              </a:pPr>
              <a:r>
                <a:rPr lang="en-US" dirty="0">
                  <a:solidFill>
                    <a:srgbClr val="FFFFFF">
                      <a:alpha val="60000"/>
                    </a:srgbClr>
                  </a:solidFill>
                  <a:latin typeface="Arial" pitchFamily="34" charset="0"/>
                  <a:ea typeface="Arial" pitchFamily="34" charset="-122"/>
                  <a:cs typeface="Arial" pitchFamily="34" charset="-120"/>
                </a:rPr>
                <a:t>초반 API 명세를 더 꼼꼼히 작성했다면 프론트-백 협업이 더 매끄러웠을 것</a:t>
              </a:r>
              <a:endParaRPr lang="en-US" dirty="0"/>
            </a:p>
          </p:txBody>
        </p:sp>
        <p:sp>
          <p:nvSpPr>
            <p:cNvPr id="16" name="Text 11"/>
            <p:cNvSpPr/>
            <p:nvPr/>
          </p:nvSpPr>
          <p:spPr>
            <a:xfrm>
              <a:off x="6788150" y="4588271"/>
              <a:ext cx="4853051" cy="815181"/>
            </a:xfrm>
            <a:prstGeom prst="rect">
              <a:avLst/>
            </a:prstGeom>
            <a:noFill/>
            <a:ln/>
          </p:spPr>
          <p:txBody>
            <a:bodyPr wrap="square" lIns="25400" tIns="25400" rIns="25400" bIns="25400" rtlCol="0" anchor="t">
              <a:normAutofit/>
            </a:bodyPr>
            <a:lstStyle/>
            <a:p>
              <a:pPr marL="0" indent="0" algn="l">
                <a:lnSpc>
                  <a:spcPct val="170000"/>
                </a:lnSpc>
                <a:buNone/>
              </a:pPr>
              <a:r>
                <a:rPr lang="ko-KR" altLang="en-US" sz="1800" dirty="0">
                  <a:solidFill>
                    <a:srgbClr val="FFFFFF">
                      <a:alpha val="60000"/>
                    </a:srgbClr>
                  </a:solidFill>
                  <a:latin typeface="Arial" pitchFamily="34" charset="0"/>
                  <a:ea typeface="Arial" pitchFamily="34" charset="-122"/>
                  <a:cs typeface="Arial" pitchFamily="34" charset="-120"/>
                </a:rPr>
                <a:t>팀원 부재와 소통으로 트러블 반복의 굴레</a:t>
              </a:r>
              <a:endParaRPr lang="en-US" sz="1800" dirty="0"/>
            </a:p>
          </p:txBody>
        </p:sp>
        <p:sp>
          <p:nvSpPr>
            <p:cNvPr id="17" name="Text 12"/>
            <p:cNvSpPr/>
            <p:nvPr/>
          </p:nvSpPr>
          <p:spPr>
            <a:xfrm>
              <a:off x="6788150" y="5291138"/>
              <a:ext cx="4853051" cy="815181"/>
            </a:xfrm>
            <a:prstGeom prst="rect">
              <a:avLst/>
            </a:prstGeom>
            <a:noFill/>
            <a:ln/>
          </p:spPr>
          <p:txBody>
            <a:bodyPr wrap="square" lIns="25400" tIns="25400" rIns="25400" bIns="25400" rtlCol="0" anchor="t">
              <a:noAutofit/>
            </a:bodyPr>
            <a:lstStyle/>
            <a:p>
              <a:pPr marL="0" indent="0" algn="l">
                <a:lnSpc>
                  <a:spcPct val="170000"/>
                </a:lnSpc>
                <a:buNone/>
              </a:pPr>
              <a:r>
                <a:rPr lang="en-US" dirty="0">
                  <a:solidFill>
                    <a:srgbClr val="FFFFFF">
                      <a:alpha val="60000"/>
                    </a:srgbClr>
                  </a:solidFill>
                  <a:latin typeface="Arial" pitchFamily="34" charset="0"/>
                  <a:ea typeface="Arial" pitchFamily="34" charset="-122"/>
                  <a:cs typeface="Arial" pitchFamily="34" charset="-120"/>
                </a:rPr>
                <a:t>배포 환경 설정을 막판에 </a:t>
              </a:r>
              <a:r>
                <a:rPr lang="en-US" dirty="0" err="1">
                  <a:solidFill>
                    <a:srgbClr val="FFFFFF">
                      <a:alpha val="60000"/>
                    </a:srgbClr>
                  </a:solidFill>
                  <a:latin typeface="Arial" pitchFamily="34" charset="0"/>
                  <a:ea typeface="Arial" pitchFamily="34" charset="-122"/>
                  <a:cs typeface="Arial" pitchFamily="34" charset="-120"/>
                </a:rPr>
                <a:t>몰아</a:t>
              </a:r>
              <a:r>
                <a:rPr lang="en-US" dirty="0">
                  <a:solidFill>
                    <a:srgbClr val="FFFFFF">
                      <a:alpha val="60000"/>
                    </a:srgbClr>
                  </a:solidFill>
                  <a:latin typeface="Arial" pitchFamily="34" charset="0"/>
                  <a:ea typeface="Arial" pitchFamily="34" charset="-122"/>
                  <a:cs typeface="Arial" pitchFamily="34" charset="-120"/>
                </a:rPr>
                <a:t> </a:t>
              </a:r>
              <a:r>
                <a:rPr lang="ko-KR" altLang="en-US" dirty="0">
                  <a:solidFill>
                    <a:srgbClr val="FFFFFF">
                      <a:alpha val="60000"/>
                    </a:srgbClr>
                  </a:solidFill>
                  <a:latin typeface="Arial" pitchFamily="34" charset="0"/>
                  <a:ea typeface="Arial" pitchFamily="34" charset="-122"/>
                  <a:cs typeface="Arial" pitchFamily="34" charset="-120"/>
                </a:rPr>
                <a:t>수정 및 개선하며 오류의 악순환 반복</a:t>
              </a:r>
              <a:endParaRPr lang="en-US" dirty="0"/>
            </a:p>
          </p:txBody>
        </p:sp>
      </p:grpSp>
      <p:grpSp>
        <p:nvGrpSpPr>
          <p:cNvPr id="25" name="그룹 24">
            <a:extLst>
              <a:ext uri="{FF2B5EF4-FFF2-40B4-BE49-F238E27FC236}">
                <a16:creationId xmlns:a16="http://schemas.microsoft.com/office/drawing/2014/main" id="{02B1F888-47EB-27C8-96ED-F8CFD4C8A1D8}"/>
              </a:ext>
            </a:extLst>
          </p:cNvPr>
          <p:cNvGrpSpPr/>
          <p:nvPr/>
        </p:nvGrpSpPr>
        <p:grpSpPr>
          <a:xfrm>
            <a:off x="9144000" y="2031238"/>
            <a:ext cx="5500369" cy="7839075"/>
            <a:chOff x="12026901" y="2028825"/>
            <a:chExt cx="5500369" cy="7839075"/>
          </a:xfrm>
        </p:grpSpPr>
        <p:sp>
          <p:nvSpPr>
            <p:cNvPr id="18" name="Shape 13">
              <a:extLst>
                <a:ext uri="{C183D7F6-B498-43B3-948B-1728B52AA6E4}">
                  <adec:decorative xmlns:adec="http://schemas.microsoft.com/office/drawing/2017/decorative" val="1"/>
                </a:ext>
              </a:extLst>
            </p:cNvPr>
            <p:cNvSpPr/>
            <p:nvPr/>
          </p:nvSpPr>
          <p:spPr>
            <a:xfrm>
              <a:off x="12026901" y="2028825"/>
              <a:ext cx="5346700" cy="7839075"/>
            </a:xfrm>
            <a:prstGeom prst="roundRect">
              <a:avLst>
                <a:gd name="adj" fmla="val 3563"/>
              </a:avLst>
            </a:prstGeom>
            <a:solidFill>
              <a:srgbClr val="F5C518">
                <a:alpha val="7000"/>
              </a:srgbClr>
            </a:solidFill>
            <a:ln w="12700">
              <a:solidFill>
                <a:srgbClr val="F5C518">
                  <a:alpha val="18000"/>
                </a:srgbClr>
              </a:solidFill>
              <a:prstDash val="solid"/>
            </a:ln>
          </p:spPr>
          <p:txBody>
            <a:bodyPr/>
            <a:lstStyle/>
            <a:p>
              <a:endParaRPr lang="ko-KR" altLang="en-US"/>
            </a:p>
          </p:txBody>
        </p:sp>
        <p:pic>
          <p:nvPicPr>
            <p:cNvPr id="19"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44400" y="2346325"/>
              <a:ext cx="381000" cy="381000"/>
            </a:xfrm>
            <a:prstGeom prst="rect">
              <a:avLst/>
            </a:prstGeom>
          </p:spPr>
        </p:pic>
        <p:sp>
          <p:nvSpPr>
            <p:cNvPr id="20" name="Text 14"/>
            <p:cNvSpPr/>
            <p:nvPr/>
          </p:nvSpPr>
          <p:spPr>
            <a:xfrm>
              <a:off x="12344400" y="2860675"/>
              <a:ext cx="5182870" cy="590550"/>
            </a:xfrm>
            <a:prstGeom prst="rect">
              <a:avLst/>
            </a:prstGeom>
            <a:noFill/>
            <a:ln/>
          </p:spPr>
          <p:txBody>
            <a:bodyPr wrap="square" lIns="25400" tIns="25400" rIns="25400" bIns="25400" rtlCol="0" anchor="t">
              <a:normAutofit/>
            </a:bodyPr>
            <a:lstStyle/>
            <a:p>
              <a:pPr marL="0" indent="0" algn="l">
                <a:buNone/>
              </a:pPr>
              <a:r>
                <a:rPr lang="ko-KR" altLang="en-US" sz="3000" b="1" dirty="0">
                  <a:solidFill>
                    <a:srgbClr val="FFFFFF"/>
                  </a:solidFill>
                  <a:latin typeface="Arial" pitchFamily="34" charset="0"/>
                  <a:ea typeface="Arial" pitchFamily="34" charset="-122"/>
                  <a:cs typeface="Arial" pitchFamily="34" charset="-120"/>
                </a:rPr>
                <a:t>트러블슈팅</a:t>
              </a:r>
              <a:endParaRPr lang="en-US" sz="3000" dirty="0"/>
            </a:p>
          </p:txBody>
        </p:sp>
        <p:sp>
          <p:nvSpPr>
            <p:cNvPr id="21" name="Text 15"/>
            <p:cNvSpPr/>
            <p:nvPr/>
          </p:nvSpPr>
          <p:spPr>
            <a:xfrm>
              <a:off x="12344400" y="3546475"/>
              <a:ext cx="4853051" cy="426641"/>
            </a:xfrm>
            <a:prstGeom prst="rect">
              <a:avLst/>
            </a:prstGeom>
            <a:noFill/>
            <a:ln/>
          </p:spPr>
          <p:txBody>
            <a:bodyPr wrap="square" lIns="25400" tIns="25400" rIns="25400" bIns="25400" rtlCol="0" anchor="t">
              <a:normAutofit fontScale="92500" lnSpcReduction="10000"/>
            </a:bodyPr>
            <a:lstStyle/>
            <a:p>
              <a:pPr marL="0" indent="0" algn="l">
                <a:lnSpc>
                  <a:spcPct val="170000"/>
                </a:lnSpc>
                <a:buNone/>
              </a:pPr>
              <a:r>
                <a:rPr lang="en-US" sz="1800" dirty="0">
                  <a:solidFill>
                    <a:srgbClr val="FFFFFF">
                      <a:alpha val="60000"/>
                    </a:srgbClr>
                  </a:solidFill>
                  <a:latin typeface="Arial" pitchFamily="34" charset="0"/>
                  <a:ea typeface="Arial" pitchFamily="34" charset="-122"/>
                  <a:cs typeface="Arial" pitchFamily="34" charset="-120"/>
                </a:rPr>
                <a:t>TOTP QR 갱신 타이머 동기화 버그로 수일 소요</a:t>
              </a:r>
              <a:endParaRPr lang="en-US" sz="1800" dirty="0"/>
            </a:p>
          </p:txBody>
        </p:sp>
        <p:sp>
          <p:nvSpPr>
            <p:cNvPr id="22" name="Text 16"/>
            <p:cNvSpPr/>
            <p:nvPr/>
          </p:nvSpPr>
          <p:spPr>
            <a:xfrm>
              <a:off x="12344400" y="4030266"/>
              <a:ext cx="485305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sz="1800" dirty="0">
                  <a:solidFill>
                    <a:srgbClr val="FFFFFF">
                      <a:alpha val="60000"/>
                    </a:srgbClr>
                  </a:solidFill>
                  <a:latin typeface="Arial" pitchFamily="34" charset="0"/>
                  <a:ea typeface="Arial" pitchFamily="34" charset="-122"/>
                  <a:cs typeface="Arial" pitchFamily="34" charset="-120"/>
                </a:rPr>
                <a:t>Supabase Realtime과 PostgreSQL 트랜잭션 락 간 충돌 해결</a:t>
              </a:r>
              <a:endParaRPr lang="en-US" sz="1800" dirty="0"/>
            </a:p>
          </p:txBody>
        </p:sp>
        <p:sp>
          <p:nvSpPr>
            <p:cNvPr id="23" name="Text 17"/>
            <p:cNvSpPr/>
            <p:nvPr/>
          </p:nvSpPr>
          <p:spPr>
            <a:xfrm>
              <a:off x="12344400" y="4902597"/>
              <a:ext cx="485305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sz="1800" dirty="0">
                  <a:solidFill>
                    <a:srgbClr val="FFFFFF">
                      <a:alpha val="60000"/>
                    </a:srgbClr>
                  </a:solidFill>
                  <a:latin typeface="Arial" pitchFamily="34" charset="0"/>
                  <a:ea typeface="Arial" pitchFamily="34" charset="-122"/>
                  <a:cs typeface="Arial" pitchFamily="34" charset="-120"/>
                </a:rPr>
                <a:t>PG사 imp_uid 검증 환경변수 누락으로 결제 실패 반복</a:t>
              </a:r>
              <a:endParaRPr lang="en-US" sz="1800"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53A54"/>
        </a:solidFill>
        <a:effectLst/>
      </p:bgPr>
    </p:bg>
    <p:spTree>
      <p:nvGrpSpPr>
        <p:cNvPr id="1" name="">
          <a:extLst>
            <a:ext uri="{FF2B5EF4-FFF2-40B4-BE49-F238E27FC236}">
              <a16:creationId xmlns:a16="http://schemas.microsoft.com/office/drawing/2014/main" id="{6720C9C8-C645-2B24-0D43-FEE820DC1E4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972B703-7D15-EDDB-7AA5-039D7AA896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Shape 0">
            <a:extLst>
              <a:ext uri="{FF2B5EF4-FFF2-40B4-BE49-F238E27FC236}">
                <a16:creationId xmlns:a16="http://schemas.microsoft.com/office/drawing/2014/main" id="{96716E02-08D6-2A86-863F-0FC8472B85F8}"/>
              </a:ext>
              <a:ext uri="{C183D7F6-B498-43B3-948B-1728B52AA6E4}">
                <adec:decorative xmlns:adec="http://schemas.microsoft.com/office/drawing/2017/decorative" val="1"/>
              </a:ext>
            </a:extLst>
          </p:cNvPr>
          <p:cNvSpPr/>
          <p:nvPr/>
        </p:nvSpPr>
        <p:spPr>
          <a:xfrm>
            <a:off x="0" y="0"/>
            <a:ext cx="18288000" cy="47625"/>
          </a:xfrm>
          <a:prstGeom prst="rect">
            <a:avLst/>
          </a:prstGeom>
          <a:gradFill rotWithShape="1">
            <a:gsLst>
              <a:gs pos="0">
                <a:srgbClr val="F26B5B">
                  <a:alpha val="100000"/>
                </a:srgbClr>
              </a:gs>
              <a:gs pos="50000">
                <a:srgbClr val="A78BFA">
                  <a:alpha val="100000"/>
                </a:srgbClr>
              </a:gs>
              <a:gs pos="100000">
                <a:srgbClr val="F5C518">
                  <a:alpha val="100000"/>
                </a:srgbClr>
              </a:gs>
            </a:gsLst>
            <a:lin ang="0" scaled="0"/>
          </a:gradFill>
          <a:ln/>
        </p:spPr>
        <p:txBody>
          <a:bodyPr/>
          <a:lstStyle/>
          <a:p>
            <a:endParaRPr lang="ko-KR" altLang="en-US"/>
          </a:p>
        </p:txBody>
      </p:sp>
      <p:sp>
        <p:nvSpPr>
          <p:cNvPr id="4" name="Text 1">
            <a:extLst>
              <a:ext uri="{FF2B5EF4-FFF2-40B4-BE49-F238E27FC236}">
                <a16:creationId xmlns:a16="http://schemas.microsoft.com/office/drawing/2014/main" id="{D1730F26-C908-A65D-3C17-AB8E61CEF6D5}"/>
              </a:ext>
            </a:extLst>
          </p:cNvPr>
          <p:cNvSpPr/>
          <p:nvPr/>
        </p:nvSpPr>
        <p:spPr>
          <a:xfrm>
            <a:off x="1033272" y="696849"/>
            <a:ext cx="534670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300" dirty="0">
                <a:solidFill>
                  <a:srgbClr val="F26B5B"/>
                </a:solidFill>
                <a:latin typeface="Arial" pitchFamily="34" charset="0"/>
                <a:ea typeface="Arial" pitchFamily="34" charset="-122"/>
                <a:cs typeface="Arial" pitchFamily="34" charset="-120"/>
              </a:rPr>
              <a:t>CHAPTER 05</a:t>
            </a:r>
            <a:endParaRPr lang="en-US" sz="1800" dirty="0"/>
          </a:p>
        </p:txBody>
      </p:sp>
      <p:sp>
        <p:nvSpPr>
          <p:cNvPr id="5" name="Text 2">
            <a:extLst>
              <a:ext uri="{FF2B5EF4-FFF2-40B4-BE49-F238E27FC236}">
                <a16:creationId xmlns:a16="http://schemas.microsoft.com/office/drawing/2014/main" id="{80AF2370-C64C-A9BE-07B1-4194159427D6}"/>
              </a:ext>
            </a:extLst>
          </p:cNvPr>
          <p:cNvSpPr/>
          <p:nvPr/>
        </p:nvSpPr>
        <p:spPr>
          <a:xfrm>
            <a:off x="1033272" y="1020699"/>
            <a:ext cx="5346700" cy="971550"/>
          </a:xfrm>
          <a:prstGeom prst="rect">
            <a:avLst/>
          </a:prstGeom>
          <a:noFill/>
          <a:ln/>
        </p:spPr>
        <p:txBody>
          <a:bodyPr wrap="square" lIns="25400" tIns="25400" rIns="25400" bIns="25400" rtlCol="0" anchor="t">
            <a:normAutofit/>
          </a:bodyPr>
          <a:lstStyle/>
          <a:p>
            <a:pPr marL="0" indent="0" algn="l">
              <a:buNone/>
            </a:pPr>
            <a:r>
              <a:rPr lang="en-US" sz="5100" b="1" dirty="0">
                <a:solidFill>
                  <a:srgbClr val="FFFFFF"/>
                </a:solidFill>
                <a:latin typeface="Arial" pitchFamily="34" charset="0"/>
                <a:ea typeface="Arial" pitchFamily="34" charset="-122"/>
                <a:cs typeface="Arial" pitchFamily="34" charset="-120"/>
              </a:rPr>
              <a:t>소감</a:t>
            </a:r>
            <a:endParaRPr lang="en-US" sz="5100" dirty="0"/>
          </a:p>
        </p:txBody>
      </p:sp>
      <p:sp>
        <p:nvSpPr>
          <p:cNvPr id="6" name="Shape 3">
            <a:extLst>
              <a:ext uri="{FF2B5EF4-FFF2-40B4-BE49-F238E27FC236}">
                <a16:creationId xmlns:a16="http://schemas.microsoft.com/office/drawing/2014/main" id="{92B031FC-AD18-CCD0-840E-50517BD9E4F1}"/>
              </a:ext>
              <a:ext uri="{C183D7F6-B498-43B3-948B-1728B52AA6E4}">
                <adec:decorative xmlns:adec="http://schemas.microsoft.com/office/drawing/2017/decorative" val="1"/>
              </a:ext>
            </a:extLst>
          </p:cNvPr>
          <p:cNvSpPr/>
          <p:nvPr/>
        </p:nvSpPr>
        <p:spPr>
          <a:xfrm>
            <a:off x="2596515" y="1992247"/>
            <a:ext cx="5346700" cy="7839075"/>
          </a:xfrm>
          <a:prstGeom prst="roundRect">
            <a:avLst>
              <a:gd name="adj" fmla="val 3563"/>
            </a:avLst>
          </a:prstGeom>
          <a:solidFill>
            <a:srgbClr val="F26B5B">
              <a:alpha val="8000"/>
            </a:srgbClr>
          </a:solidFill>
          <a:ln w="12700">
            <a:solidFill>
              <a:srgbClr val="F26B5B">
                <a:alpha val="20000"/>
              </a:srgbClr>
            </a:solidFill>
            <a:prstDash val="solid"/>
          </a:ln>
        </p:spPr>
        <p:txBody>
          <a:bodyPr/>
          <a:lstStyle/>
          <a:p>
            <a:endParaRPr lang="ko-KR" altLang="en-US"/>
          </a:p>
        </p:txBody>
      </p:sp>
      <p:pic>
        <p:nvPicPr>
          <p:cNvPr id="7" name="Image 1" descr="preencoded.png">
            <a:extLst>
              <a:ext uri="{FF2B5EF4-FFF2-40B4-BE49-F238E27FC236}">
                <a16:creationId xmlns:a16="http://schemas.microsoft.com/office/drawing/2014/main" id="{4EBA9C1A-BCBE-5500-22B0-926C4539C3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4015" y="2309749"/>
            <a:ext cx="381000" cy="381000"/>
          </a:xfrm>
          <a:prstGeom prst="rect">
            <a:avLst/>
          </a:prstGeom>
        </p:spPr>
      </p:pic>
      <p:sp>
        <p:nvSpPr>
          <p:cNvPr id="8" name="Text 4">
            <a:extLst>
              <a:ext uri="{FF2B5EF4-FFF2-40B4-BE49-F238E27FC236}">
                <a16:creationId xmlns:a16="http://schemas.microsoft.com/office/drawing/2014/main" id="{2A3F1BFB-AD44-10D8-52D9-FEC32E1FCABD}"/>
              </a:ext>
            </a:extLst>
          </p:cNvPr>
          <p:cNvSpPr/>
          <p:nvPr/>
        </p:nvSpPr>
        <p:spPr>
          <a:xfrm>
            <a:off x="2914015" y="2824099"/>
            <a:ext cx="5182870" cy="590550"/>
          </a:xfrm>
          <a:prstGeom prst="rect">
            <a:avLst/>
          </a:prstGeom>
          <a:noFill/>
          <a:ln/>
        </p:spPr>
        <p:txBody>
          <a:bodyPr wrap="square" lIns="25400" tIns="25400" rIns="25400" bIns="25400" rtlCol="0" anchor="t">
            <a:normAutofit/>
          </a:bodyPr>
          <a:lstStyle/>
          <a:p>
            <a:pPr marL="0" indent="0" algn="l">
              <a:buNone/>
            </a:pPr>
            <a:r>
              <a:rPr lang="en-US" sz="3000" b="1" dirty="0" err="1">
                <a:solidFill>
                  <a:srgbClr val="FFFFFF"/>
                </a:solidFill>
                <a:latin typeface="Arial" pitchFamily="34" charset="0"/>
                <a:ea typeface="Arial" pitchFamily="34" charset="-122"/>
                <a:cs typeface="Arial" pitchFamily="34" charset="-120"/>
              </a:rPr>
              <a:t>느낀점</a:t>
            </a:r>
            <a:r>
              <a:rPr lang="ko-KR" altLang="en-US" sz="3000" b="1" dirty="0">
                <a:solidFill>
                  <a:srgbClr val="FFFFFF"/>
                </a:solidFill>
                <a:latin typeface="Arial" pitchFamily="34" charset="0"/>
                <a:ea typeface="Arial" pitchFamily="34" charset="-122"/>
                <a:cs typeface="Arial" pitchFamily="34" charset="-120"/>
              </a:rPr>
              <a:t>－오하율</a:t>
            </a:r>
            <a:endParaRPr lang="en-US" sz="3000" dirty="0"/>
          </a:p>
        </p:txBody>
      </p:sp>
      <p:sp>
        <p:nvSpPr>
          <p:cNvPr id="9" name="Text 5">
            <a:extLst>
              <a:ext uri="{FF2B5EF4-FFF2-40B4-BE49-F238E27FC236}">
                <a16:creationId xmlns:a16="http://schemas.microsoft.com/office/drawing/2014/main" id="{A58E0CEC-F3A5-3994-45BE-CCE74F4185FE}"/>
              </a:ext>
            </a:extLst>
          </p:cNvPr>
          <p:cNvSpPr/>
          <p:nvPr/>
        </p:nvSpPr>
        <p:spPr>
          <a:xfrm>
            <a:off x="2914015" y="3509899"/>
            <a:ext cx="485305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sz="1800" dirty="0">
                <a:solidFill>
                  <a:srgbClr val="FFFFFF">
                    <a:alpha val="60000"/>
                  </a:srgbClr>
                </a:solidFill>
                <a:latin typeface="Arial" pitchFamily="34" charset="0"/>
                <a:ea typeface="Arial" pitchFamily="34" charset="-122"/>
                <a:cs typeface="Arial" pitchFamily="34" charset="-120"/>
              </a:rPr>
              <a:t>- </a:t>
            </a:r>
            <a:r>
              <a:rPr lang="ko-KR" altLang="en-US" sz="1800" dirty="0">
                <a:solidFill>
                  <a:srgbClr val="FFFFFF">
                    <a:alpha val="60000"/>
                  </a:srgbClr>
                </a:solidFill>
                <a:latin typeface="Arial" pitchFamily="34" charset="0"/>
                <a:ea typeface="Arial" pitchFamily="34" charset="-122"/>
                <a:cs typeface="Arial" pitchFamily="34" charset="-120"/>
              </a:rPr>
              <a:t>실시간 </a:t>
            </a:r>
            <a:r>
              <a:rPr lang="en-US" altLang="ko-KR" sz="1800" dirty="0">
                <a:solidFill>
                  <a:srgbClr val="FFFFFF">
                    <a:alpha val="60000"/>
                  </a:srgbClr>
                </a:solidFill>
                <a:latin typeface="Arial" pitchFamily="34" charset="0"/>
                <a:ea typeface="Arial" pitchFamily="34" charset="-122"/>
                <a:cs typeface="Arial" pitchFamily="34" charset="-120"/>
              </a:rPr>
              <a:t>WebSocket</a:t>
            </a:r>
            <a:r>
              <a:rPr lang="ko-KR" altLang="en-US" sz="1800" dirty="0">
                <a:solidFill>
                  <a:srgbClr val="FFFFFF">
                    <a:alpha val="60000"/>
                  </a:srgbClr>
                </a:solidFill>
                <a:latin typeface="Arial" pitchFamily="34" charset="0"/>
                <a:ea typeface="Arial" pitchFamily="34" charset="-122"/>
                <a:cs typeface="Arial" pitchFamily="34" charset="-120"/>
              </a:rPr>
              <a:t>과 </a:t>
            </a:r>
            <a:r>
              <a:rPr lang="en-US" altLang="ko-KR" sz="1800" dirty="0" err="1">
                <a:solidFill>
                  <a:srgbClr val="FFFFFF">
                    <a:alpha val="60000"/>
                  </a:srgbClr>
                </a:solidFill>
                <a:latin typeface="Arial" pitchFamily="34" charset="0"/>
                <a:ea typeface="Arial" pitchFamily="34" charset="-122"/>
                <a:cs typeface="Arial" pitchFamily="34" charset="-120"/>
              </a:rPr>
              <a:t>Supabase</a:t>
            </a:r>
            <a:r>
              <a:rPr lang="en-US" altLang="ko-KR" sz="1800" dirty="0">
                <a:solidFill>
                  <a:srgbClr val="FFFFFF">
                    <a:alpha val="60000"/>
                  </a:srgbClr>
                </a:solidFill>
                <a:latin typeface="Arial" pitchFamily="34" charset="0"/>
                <a:ea typeface="Arial" pitchFamily="34" charset="-122"/>
                <a:cs typeface="Arial" pitchFamily="34" charset="-120"/>
              </a:rPr>
              <a:t> </a:t>
            </a:r>
            <a:r>
              <a:rPr lang="ko-KR" altLang="en-US" sz="1800" dirty="0">
                <a:solidFill>
                  <a:srgbClr val="FFFFFF">
                    <a:alpha val="60000"/>
                  </a:srgbClr>
                </a:solidFill>
                <a:latin typeface="Arial" pitchFamily="34" charset="0"/>
                <a:ea typeface="Arial" pitchFamily="34" charset="-122"/>
                <a:cs typeface="Arial" pitchFamily="34" charset="-120"/>
              </a:rPr>
              <a:t>이중 동기화 구현으로 분산 시스템의 복잡도를 직접 체감</a:t>
            </a:r>
            <a:endParaRPr lang="en-US" sz="1800" dirty="0"/>
          </a:p>
        </p:txBody>
      </p:sp>
      <p:sp>
        <p:nvSpPr>
          <p:cNvPr id="10" name="Text 6">
            <a:extLst>
              <a:ext uri="{FF2B5EF4-FFF2-40B4-BE49-F238E27FC236}">
                <a16:creationId xmlns:a16="http://schemas.microsoft.com/office/drawing/2014/main" id="{8F49C293-F334-8DD6-1153-8C81AE7B1288}"/>
              </a:ext>
            </a:extLst>
          </p:cNvPr>
          <p:cNvSpPr/>
          <p:nvPr/>
        </p:nvSpPr>
        <p:spPr>
          <a:xfrm>
            <a:off x="2914015" y="4382230"/>
            <a:ext cx="485305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sz="1800" dirty="0">
                <a:solidFill>
                  <a:srgbClr val="FFFFFF">
                    <a:alpha val="60000"/>
                  </a:srgbClr>
                </a:solidFill>
                <a:latin typeface="Arial" pitchFamily="34" charset="0"/>
                <a:ea typeface="Arial" pitchFamily="34" charset="-122"/>
                <a:cs typeface="Arial" pitchFamily="34" charset="-120"/>
              </a:rPr>
              <a:t>- </a:t>
            </a:r>
            <a:r>
              <a:rPr lang="ko-KR" altLang="en-US" sz="1800" dirty="0">
                <a:solidFill>
                  <a:srgbClr val="FFFFFF">
                    <a:alpha val="60000"/>
                  </a:srgbClr>
                </a:solidFill>
                <a:latin typeface="Arial" pitchFamily="34" charset="0"/>
                <a:ea typeface="Arial" pitchFamily="34" charset="-122"/>
                <a:cs typeface="Arial" pitchFamily="34" charset="-120"/>
              </a:rPr>
              <a:t>트랜잭션</a:t>
            </a:r>
            <a:r>
              <a:rPr lang="en-US" altLang="ko-KR" sz="1800" dirty="0">
                <a:solidFill>
                  <a:srgbClr val="FFFFFF">
                    <a:alpha val="60000"/>
                  </a:srgbClr>
                </a:solidFill>
                <a:latin typeface="Arial" pitchFamily="34" charset="0"/>
                <a:ea typeface="Arial" pitchFamily="34" charset="-122"/>
                <a:cs typeface="Arial" pitchFamily="34" charset="-120"/>
              </a:rPr>
              <a:t>·</a:t>
            </a:r>
            <a:r>
              <a:rPr lang="ko-KR" altLang="en-US" sz="1800" dirty="0">
                <a:solidFill>
                  <a:srgbClr val="FFFFFF">
                    <a:alpha val="60000"/>
                  </a:srgbClr>
                </a:solidFill>
                <a:latin typeface="Arial" pitchFamily="34" charset="0"/>
                <a:ea typeface="Arial" pitchFamily="34" charset="-122"/>
                <a:cs typeface="Arial" pitchFamily="34" charset="-120"/>
              </a:rPr>
              <a:t>동시성 제어가 실제 서비스에서 얼마나 중요한지 실감한 경험</a:t>
            </a:r>
            <a:endParaRPr lang="en-US" sz="1800" dirty="0"/>
          </a:p>
        </p:txBody>
      </p:sp>
      <p:sp>
        <p:nvSpPr>
          <p:cNvPr id="11" name="Text 7">
            <a:extLst>
              <a:ext uri="{FF2B5EF4-FFF2-40B4-BE49-F238E27FC236}">
                <a16:creationId xmlns:a16="http://schemas.microsoft.com/office/drawing/2014/main" id="{A72C9B80-DE51-7472-8F52-AA817B5B5706}"/>
              </a:ext>
            </a:extLst>
          </p:cNvPr>
          <p:cNvSpPr/>
          <p:nvPr/>
        </p:nvSpPr>
        <p:spPr>
          <a:xfrm>
            <a:off x="2914015" y="5254562"/>
            <a:ext cx="485305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sz="1800" dirty="0">
                <a:solidFill>
                  <a:srgbClr val="FFFFFF">
                    <a:alpha val="60000"/>
                  </a:srgbClr>
                </a:solidFill>
                <a:latin typeface="Arial" pitchFamily="34" charset="0"/>
                <a:ea typeface="Arial" pitchFamily="34" charset="-122"/>
                <a:cs typeface="Arial" pitchFamily="34" charset="-120"/>
              </a:rPr>
              <a:t>- </a:t>
            </a:r>
            <a:r>
              <a:rPr lang="ko-KR" altLang="en-US" sz="1800" dirty="0">
                <a:solidFill>
                  <a:srgbClr val="FFFFFF">
                    <a:alpha val="60000"/>
                  </a:srgbClr>
                </a:solidFill>
                <a:latin typeface="Arial" pitchFamily="34" charset="0"/>
                <a:ea typeface="Arial" pitchFamily="34" charset="-122"/>
                <a:cs typeface="Arial" pitchFamily="34" charset="-120"/>
              </a:rPr>
              <a:t>팀원 하차라는 돌발 상황 속에서 협업의 진짜 의미를 배운 경험</a:t>
            </a:r>
            <a:endParaRPr lang="en-US" sz="1800" dirty="0"/>
          </a:p>
        </p:txBody>
      </p:sp>
      <p:sp>
        <p:nvSpPr>
          <p:cNvPr id="12" name="Shape 8">
            <a:extLst>
              <a:ext uri="{FF2B5EF4-FFF2-40B4-BE49-F238E27FC236}">
                <a16:creationId xmlns:a16="http://schemas.microsoft.com/office/drawing/2014/main" id="{C5B1FFC5-EF35-E94C-A4F1-F253BAA5F1C7}"/>
              </a:ext>
              <a:ext uri="{C183D7F6-B498-43B3-948B-1728B52AA6E4}">
                <adec:decorative xmlns:adec="http://schemas.microsoft.com/office/drawing/2017/decorative" val="1"/>
              </a:ext>
            </a:extLst>
          </p:cNvPr>
          <p:cNvSpPr/>
          <p:nvPr/>
        </p:nvSpPr>
        <p:spPr>
          <a:xfrm>
            <a:off x="9144000" y="1992248"/>
            <a:ext cx="5346700" cy="7839075"/>
          </a:xfrm>
          <a:prstGeom prst="roundRect">
            <a:avLst>
              <a:gd name="adj" fmla="val 3563"/>
            </a:avLst>
          </a:prstGeom>
          <a:solidFill>
            <a:srgbClr val="A78BFA">
              <a:alpha val="8000"/>
            </a:srgbClr>
          </a:solidFill>
          <a:ln w="12700">
            <a:solidFill>
              <a:srgbClr val="A78BFA">
                <a:alpha val="20000"/>
              </a:srgbClr>
            </a:solidFill>
            <a:prstDash val="solid"/>
          </a:ln>
        </p:spPr>
        <p:txBody>
          <a:bodyPr/>
          <a:lstStyle/>
          <a:p>
            <a:endParaRPr lang="ko-KR" altLang="en-US" dirty="0"/>
          </a:p>
        </p:txBody>
      </p:sp>
      <p:sp>
        <p:nvSpPr>
          <p:cNvPr id="14" name="Text 9">
            <a:extLst>
              <a:ext uri="{FF2B5EF4-FFF2-40B4-BE49-F238E27FC236}">
                <a16:creationId xmlns:a16="http://schemas.microsoft.com/office/drawing/2014/main" id="{51482E50-403F-F0EA-CBE5-F16BA64196FE}"/>
              </a:ext>
            </a:extLst>
          </p:cNvPr>
          <p:cNvSpPr/>
          <p:nvPr/>
        </p:nvSpPr>
        <p:spPr>
          <a:xfrm>
            <a:off x="9461500" y="2824098"/>
            <a:ext cx="5182870" cy="590550"/>
          </a:xfrm>
          <a:prstGeom prst="rect">
            <a:avLst/>
          </a:prstGeom>
          <a:noFill/>
          <a:ln/>
        </p:spPr>
        <p:txBody>
          <a:bodyPr wrap="square" lIns="25400" tIns="25400" rIns="25400" bIns="25400" rtlCol="0" anchor="t">
            <a:normAutofit/>
          </a:bodyPr>
          <a:lstStyle/>
          <a:p>
            <a:pPr marL="0" indent="0" algn="l">
              <a:buNone/>
            </a:pPr>
            <a:r>
              <a:rPr lang="ko-KR" altLang="en-US" sz="3000" b="1" dirty="0" err="1">
                <a:solidFill>
                  <a:srgbClr val="FFFFFF"/>
                </a:solidFill>
                <a:latin typeface="Arial" pitchFamily="34" charset="0"/>
                <a:ea typeface="Arial" pitchFamily="34" charset="-122"/>
                <a:cs typeface="Arial" pitchFamily="34" charset="-120"/>
              </a:rPr>
              <a:t>느낀점－강진원</a:t>
            </a:r>
            <a:endParaRPr lang="en-US" sz="3000" dirty="0"/>
          </a:p>
        </p:txBody>
      </p:sp>
      <p:sp>
        <p:nvSpPr>
          <p:cNvPr id="15" name="Text 10">
            <a:extLst>
              <a:ext uri="{FF2B5EF4-FFF2-40B4-BE49-F238E27FC236}">
                <a16:creationId xmlns:a16="http://schemas.microsoft.com/office/drawing/2014/main" id="{3A40B1CB-20BD-B9DF-6C98-BADB326AFD01}"/>
              </a:ext>
            </a:extLst>
          </p:cNvPr>
          <p:cNvSpPr/>
          <p:nvPr/>
        </p:nvSpPr>
        <p:spPr>
          <a:xfrm>
            <a:off x="9390824" y="3393616"/>
            <a:ext cx="4853051" cy="815181"/>
          </a:xfrm>
          <a:prstGeom prst="rect">
            <a:avLst/>
          </a:prstGeom>
          <a:noFill/>
          <a:ln/>
        </p:spPr>
        <p:txBody>
          <a:bodyPr wrap="square" lIns="25400" tIns="25400" rIns="25400" bIns="25400" rtlCol="0" anchor="t">
            <a:noAutofit/>
          </a:bodyPr>
          <a:lstStyle/>
          <a:p>
            <a:pPr marL="0" indent="0" algn="l">
              <a:lnSpc>
                <a:spcPct val="170000"/>
              </a:lnSpc>
              <a:buNone/>
            </a:pPr>
            <a:r>
              <a:rPr lang="ko-KR" altLang="en-US" dirty="0">
                <a:solidFill>
                  <a:srgbClr val="FFFFFF">
                    <a:alpha val="60000"/>
                  </a:srgbClr>
                </a:solidFill>
                <a:latin typeface="Arial" pitchFamily="34" charset="0"/>
                <a:ea typeface="Arial" pitchFamily="34" charset="-122"/>
                <a:cs typeface="Arial" pitchFamily="34" charset="-120"/>
              </a:rPr>
              <a:t>－개인 프로젝트와는 다른 팀 협업만의 새로운 차원 경험</a:t>
            </a:r>
            <a:endParaRPr lang="en-US" dirty="0"/>
          </a:p>
        </p:txBody>
      </p:sp>
      <p:sp>
        <p:nvSpPr>
          <p:cNvPr id="16" name="Text 11">
            <a:extLst>
              <a:ext uri="{FF2B5EF4-FFF2-40B4-BE49-F238E27FC236}">
                <a16:creationId xmlns:a16="http://schemas.microsoft.com/office/drawing/2014/main" id="{534F9DFF-45B5-4CA3-31DA-29E9B1D9F90C}"/>
              </a:ext>
            </a:extLst>
          </p:cNvPr>
          <p:cNvSpPr/>
          <p:nvPr/>
        </p:nvSpPr>
        <p:spPr>
          <a:xfrm>
            <a:off x="9461499" y="4324088"/>
            <a:ext cx="485305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altLang="ko-KR" dirty="0">
                <a:solidFill>
                  <a:srgbClr val="FFFFFF">
                    <a:alpha val="60000"/>
                  </a:srgbClr>
                </a:solidFill>
                <a:latin typeface="Arial" pitchFamily="34" charset="0"/>
                <a:ea typeface="Arial" pitchFamily="34" charset="-122"/>
                <a:cs typeface="Arial" pitchFamily="34" charset="-120"/>
              </a:rPr>
              <a:t>-</a:t>
            </a:r>
            <a:r>
              <a:rPr lang="ko-KR" altLang="en-US" dirty="0">
                <a:solidFill>
                  <a:srgbClr val="FFFFFF">
                    <a:alpha val="60000"/>
                  </a:srgbClr>
                </a:solidFill>
                <a:latin typeface="Arial" pitchFamily="34" charset="0"/>
                <a:ea typeface="Arial" pitchFamily="34" charset="-122"/>
                <a:cs typeface="Arial" pitchFamily="34" charset="-120"/>
              </a:rPr>
              <a:t> </a:t>
            </a:r>
            <a:r>
              <a:rPr lang="ko-KR" altLang="en-US" sz="1800" dirty="0">
                <a:solidFill>
                  <a:srgbClr val="FFFFFF">
                    <a:alpha val="60000"/>
                  </a:srgbClr>
                </a:solidFill>
                <a:latin typeface="Arial" pitchFamily="34" charset="0"/>
                <a:ea typeface="Arial" pitchFamily="34" charset="-122"/>
                <a:cs typeface="Arial" pitchFamily="34" charset="-120"/>
              </a:rPr>
              <a:t>실무 프로세스와 유사한 팀 프로젝트의 진행 방식 및 흐름 파악</a:t>
            </a:r>
            <a:endParaRPr lang="en-US" sz="1800" dirty="0"/>
          </a:p>
        </p:txBody>
      </p:sp>
      <p:sp>
        <p:nvSpPr>
          <p:cNvPr id="17" name="Text 12">
            <a:extLst>
              <a:ext uri="{FF2B5EF4-FFF2-40B4-BE49-F238E27FC236}">
                <a16:creationId xmlns:a16="http://schemas.microsoft.com/office/drawing/2014/main" id="{6E328AD5-B8BC-3BB2-AB95-EF3BE888F606}"/>
              </a:ext>
            </a:extLst>
          </p:cNvPr>
          <p:cNvSpPr/>
          <p:nvPr/>
        </p:nvSpPr>
        <p:spPr>
          <a:xfrm>
            <a:off x="9461500" y="5147732"/>
            <a:ext cx="4853051" cy="815181"/>
          </a:xfrm>
          <a:prstGeom prst="rect">
            <a:avLst/>
          </a:prstGeom>
          <a:noFill/>
          <a:ln/>
        </p:spPr>
        <p:txBody>
          <a:bodyPr wrap="square" lIns="25400" tIns="25400" rIns="25400" bIns="25400" rtlCol="0" anchor="t">
            <a:noAutofit/>
          </a:bodyPr>
          <a:lstStyle/>
          <a:p>
            <a:pPr marL="0" indent="0" algn="l">
              <a:lnSpc>
                <a:spcPct val="170000"/>
              </a:lnSpc>
              <a:buNone/>
            </a:pPr>
            <a:r>
              <a:rPr lang="en-US" altLang="ko-KR" dirty="0">
                <a:solidFill>
                  <a:srgbClr val="FFFFFF">
                    <a:alpha val="60000"/>
                  </a:srgbClr>
                </a:solidFill>
                <a:latin typeface="Arial" pitchFamily="34" charset="0"/>
                <a:ea typeface="Arial" pitchFamily="34" charset="-122"/>
                <a:cs typeface="Arial" pitchFamily="34" charset="-120"/>
              </a:rPr>
              <a:t>-</a:t>
            </a:r>
            <a:r>
              <a:rPr lang="ko-KR" altLang="en-US" dirty="0">
                <a:solidFill>
                  <a:srgbClr val="FFFFFF">
                    <a:alpha val="60000"/>
                  </a:srgbClr>
                </a:solidFill>
                <a:latin typeface="Arial" pitchFamily="34" charset="0"/>
                <a:ea typeface="Arial" pitchFamily="34" charset="-122"/>
                <a:cs typeface="Arial" pitchFamily="34" charset="-120"/>
              </a:rPr>
              <a:t> 혼자서는 일정 내에 불가능했던 결과물을 팀원들과 함께 완성하며 협업의 가치 체감</a:t>
            </a:r>
            <a:endParaRPr lang="en-US" dirty="0"/>
          </a:p>
        </p:txBody>
      </p:sp>
      <p:pic>
        <p:nvPicPr>
          <p:cNvPr id="31" name="Image 1" descr="preencoded.png">
            <a:extLst>
              <a:ext uri="{FF2B5EF4-FFF2-40B4-BE49-F238E27FC236}">
                <a16:creationId xmlns:a16="http://schemas.microsoft.com/office/drawing/2014/main" id="{A888B883-3062-55E9-3E52-B654D854AA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61500" y="2309749"/>
            <a:ext cx="381000" cy="381000"/>
          </a:xfrm>
          <a:prstGeom prst="rect">
            <a:avLst/>
          </a:prstGeom>
        </p:spPr>
      </p:pic>
      <p:sp>
        <p:nvSpPr>
          <p:cNvPr id="18" name="Text 7">
            <a:extLst>
              <a:ext uri="{FF2B5EF4-FFF2-40B4-BE49-F238E27FC236}">
                <a16:creationId xmlns:a16="http://schemas.microsoft.com/office/drawing/2014/main" id="{F888D647-3288-B6B5-EB9B-9F745A622363}"/>
              </a:ext>
            </a:extLst>
          </p:cNvPr>
          <p:cNvSpPr/>
          <p:nvPr/>
        </p:nvSpPr>
        <p:spPr>
          <a:xfrm>
            <a:off x="2914014" y="8637126"/>
            <a:ext cx="485305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ko-KR" altLang="en-US" sz="1800" b="1" dirty="0">
                <a:solidFill>
                  <a:srgbClr val="FFFFFF">
                    <a:alpha val="60000"/>
                  </a:srgbClr>
                </a:solidFill>
                <a:latin typeface="Arial" pitchFamily="34" charset="0"/>
                <a:ea typeface="Arial" pitchFamily="34" charset="-122"/>
                <a:cs typeface="Arial" pitchFamily="34" charset="-120"/>
              </a:rPr>
              <a:t>핵심 키워드</a:t>
            </a:r>
            <a:r>
              <a:rPr lang="en-US" altLang="ko-KR" sz="1800" b="1" dirty="0">
                <a:solidFill>
                  <a:srgbClr val="FFFFFF">
                    <a:alpha val="60000"/>
                  </a:srgbClr>
                </a:solidFill>
                <a:latin typeface="Arial" pitchFamily="34" charset="0"/>
                <a:ea typeface="Arial" pitchFamily="34" charset="-122"/>
                <a:cs typeface="Arial" pitchFamily="34" charset="-120"/>
              </a:rPr>
              <a:t>: WebSocket</a:t>
            </a:r>
            <a:r>
              <a:rPr lang="ko-KR" altLang="en-US" sz="1800" b="1" dirty="0">
                <a:solidFill>
                  <a:srgbClr val="FFFFFF">
                    <a:alpha val="60000"/>
                  </a:srgbClr>
                </a:solidFill>
                <a:latin typeface="Arial" pitchFamily="34" charset="0"/>
                <a:ea typeface="Arial" pitchFamily="34" charset="-122"/>
                <a:cs typeface="Arial" pitchFamily="34" charset="-120"/>
              </a:rPr>
              <a:t>과 </a:t>
            </a:r>
            <a:r>
              <a:rPr lang="en-US" altLang="ko-KR" sz="1800" b="1" dirty="0" err="1">
                <a:solidFill>
                  <a:srgbClr val="FFFFFF">
                    <a:alpha val="60000"/>
                  </a:srgbClr>
                </a:solidFill>
                <a:latin typeface="Arial" pitchFamily="34" charset="0"/>
                <a:ea typeface="Arial" pitchFamily="34" charset="-122"/>
                <a:cs typeface="Arial" pitchFamily="34" charset="-120"/>
              </a:rPr>
              <a:t>Supabase</a:t>
            </a:r>
            <a:r>
              <a:rPr lang="en-US" altLang="ko-KR" sz="1800" b="1" dirty="0">
                <a:solidFill>
                  <a:srgbClr val="FFFFFF">
                    <a:alpha val="60000"/>
                  </a:srgbClr>
                </a:solidFill>
                <a:latin typeface="Arial" pitchFamily="34" charset="0"/>
                <a:ea typeface="Arial" pitchFamily="34" charset="-122"/>
                <a:cs typeface="Arial" pitchFamily="34" charset="-120"/>
              </a:rPr>
              <a:t>, </a:t>
            </a:r>
            <a:r>
              <a:rPr lang="ko-KR" altLang="en-US" sz="1800" b="1" dirty="0">
                <a:solidFill>
                  <a:srgbClr val="FFFFFF">
                    <a:alpha val="60000"/>
                  </a:srgbClr>
                </a:solidFill>
                <a:latin typeface="Arial" pitchFamily="34" charset="0"/>
                <a:ea typeface="Arial" pitchFamily="34" charset="-122"/>
                <a:cs typeface="Arial" pitchFamily="34" charset="-120"/>
              </a:rPr>
              <a:t>트랜잭션</a:t>
            </a:r>
            <a:r>
              <a:rPr lang="en-US" altLang="ko-KR" sz="1800" b="1" dirty="0">
                <a:solidFill>
                  <a:srgbClr val="FFFFFF">
                    <a:alpha val="60000"/>
                  </a:srgbClr>
                </a:solidFill>
                <a:latin typeface="Arial" pitchFamily="34" charset="0"/>
                <a:ea typeface="Arial" pitchFamily="34" charset="-122"/>
                <a:cs typeface="Arial" pitchFamily="34" charset="-120"/>
              </a:rPr>
              <a:t>·</a:t>
            </a:r>
            <a:r>
              <a:rPr lang="ko-KR" altLang="en-US" sz="1800" b="1" dirty="0">
                <a:solidFill>
                  <a:srgbClr val="FFFFFF">
                    <a:alpha val="60000"/>
                  </a:srgbClr>
                </a:solidFill>
                <a:latin typeface="Arial" pitchFamily="34" charset="0"/>
                <a:ea typeface="Arial" pitchFamily="34" charset="-122"/>
                <a:cs typeface="Arial" pitchFamily="34" charset="-120"/>
              </a:rPr>
              <a:t>동시성 제어</a:t>
            </a:r>
            <a:r>
              <a:rPr lang="en-US" altLang="ko-KR" sz="1800" b="1" dirty="0">
                <a:solidFill>
                  <a:srgbClr val="FFFFFF">
                    <a:alpha val="60000"/>
                  </a:srgbClr>
                </a:solidFill>
                <a:latin typeface="Arial" pitchFamily="34" charset="0"/>
                <a:ea typeface="Arial" pitchFamily="34" charset="-122"/>
                <a:cs typeface="Arial" pitchFamily="34" charset="-120"/>
              </a:rPr>
              <a:t>, </a:t>
            </a:r>
            <a:r>
              <a:rPr lang="ko-KR" altLang="en-US" sz="1800" b="1" dirty="0">
                <a:solidFill>
                  <a:srgbClr val="FFFFFF">
                    <a:alpha val="60000"/>
                  </a:srgbClr>
                </a:solidFill>
                <a:latin typeface="Arial" pitchFamily="34" charset="0"/>
                <a:ea typeface="Arial" pitchFamily="34" charset="-122"/>
                <a:cs typeface="Arial" pitchFamily="34" charset="-120"/>
              </a:rPr>
              <a:t>돌발 상황 극복</a:t>
            </a:r>
            <a:endParaRPr lang="en-US" sz="1800" b="1" dirty="0"/>
          </a:p>
        </p:txBody>
      </p:sp>
      <p:sp>
        <p:nvSpPr>
          <p:cNvPr id="20" name="Text 7">
            <a:extLst>
              <a:ext uri="{FF2B5EF4-FFF2-40B4-BE49-F238E27FC236}">
                <a16:creationId xmlns:a16="http://schemas.microsoft.com/office/drawing/2014/main" id="{F978246B-D63F-2753-470F-3359CDFBB22F}"/>
              </a:ext>
            </a:extLst>
          </p:cNvPr>
          <p:cNvSpPr/>
          <p:nvPr/>
        </p:nvSpPr>
        <p:spPr>
          <a:xfrm>
            <a:off x="9461498" y="8612783"/>
            <a:ext cx="4853051" cy="815181"/>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ko-KR" altLang="en-US" sz="1800" b="1" dirty="0">
                <a:solidFill>
                  <a:srgbClr val="FFFFFF">
                    <a:alpha val="60000"/>
                  </a:srgbClr>
                </a:solidFill>
                <a:latin typeface="Arial" pitchFamily="34" charset="0"/>
                <a:ea typeface="Arial" pitchFamily="34" charset="-122"/>
                <a:cs typeface="Arial" pitchFamily="34" charset="-120"/>
              </a:rPr>
              <a:t>핵심 키워드</a:t>
            </a:r>
            <a:r>
              <a:rPr lang="en-US" altLang="ko-KR" sz="1800" b="1" dirty="0">
                <a:solidFill>
                  <a:srgbClr val="FFFFFF">
                    <a:alpha val="60000"/>
                  </a:srgbClr>
                </a:solidFill>
                <a:latin typeface="Arial" pitchFamily="34" charset="0"/>
                <a:ea typeface="Arial" pitchFamily="34" charset="-122"/>
                <a:cs typeface="Arial" pitchFamily="34" charset="-120"/>
              </a:rPr>
              <a:t>: </a:t>
            </a:r>
            <a:r>
              <a:rPr lang="ko-KR" altLang="en-US" sz="1800" b="1" dirty="0">
                <a:solidFill>
                  <a:srgbClr val="FFFFFF">
                    <a:alpha val="60000"/>
                  </a:srgbClr>
                </a:solidFill>
                <a:latin typeface="Arial" pitchFamily="34" charset="0"/>
                <a:ea typeface="Arial" pitchFamily="34" charset="-122"/>
                <a:cs typeface="Arial" pitchFamily="34" charset="-120"/>
              </a:rPr>
              <a:t>팀 협업</a:t>
            </a:r>
            <a:r>
              <a:rPr lang="en-US" altLang="ko-KR" sz="1800" b="1" dirty="0">
                <a:solidFill>
                  <a:srgbClr val="FFFFFF">
                    <a:alpha val="60000"/>
                  </a:srgbClr>
                </a:solidFill>
                <a:latin typeface="Arial" pitchFamily="34" charset="0"/>
                <a:ea typeface="Arial" pitchFamily="34" charset="-122"/>
                <a:cs typeface="Arial" pitchFamily="34" charset="-120"/>
              </a:rPr>
              <a:t>, </a:t>
            </a:r>
            <a:r>
              <a:rPr lang="ko-KR" altLang="en-US" sz="1800" b="1" dirty="0">
                <a:solidFill>
                  <a:srgbClr val="FFFFFF">
                    <a:alpha val="60000"/>
                  </a:srgbClr>
                </a:solidFill>
                <a:latin typeface="Arial" pitchFamily="34" charset="0"/>
                <a:ea typeface="Arial" pitchFamily="34" charset="-122"/>
                <a:cs typeface="Arial" pitchFamily="34" charset="-120"/>
              </a:rPr>
              <a:t>실무 프로세스 파악</a:t>
            </a:r>
            <a:r>
              <a:rPr lang="en-US" altLang="ko-KR" sz="1800" b="1" dirty="0">
                <a:solidFill>
                  <a:srgbClr val="FFFFFF">
                    <a:alpha val="60000"/>
                  </a:srgbClr>
                </a:solidFill>
                <a:latin typeface="Arial" pitchFamily="34" charset="0"/>
                <a:ea typeface="Arial" pitchFamily="34" charset="-122"/>
                <a:cs typeface="Arial" pitchFamily="34" charset="-120"/>
              </a:rPr>
              <a:t>, </a:t>
            </a:r>
            <a:r>
              <a:rPr lang="ko-KR" altLang="en-US" sz="1800" b="1" dirty="0" err="1">
                <a:solidFill>
                  <a:srgbClr val="FFFFFF">
                    <a:alpha val="60000"/>
                  </a:srgbClr>
                </a:solidFill>
                <a:latin typeface="Arial" pitchFamily="34" charset="0"/>
                <a:ea typeface="Arial" pitchFamily="34" charset="-122"/>
                <a:cs typeface="Arial" pitchFamily="34" charset="-120"/>
              </a:rPr>
              <a:t>팀원들과의</a:t>
            </a:r>
            <a:r>
              <a:rPr lang="ko-KR" altLang="en-US" sz="1800" b="1" dirty="0">
                <a:solidFill>
                  <a:srgbClr val="FFFFFF">
                    <a:alpha val="60000"/>
                  </a:srgbClr>
                </a:solidFill>
                <a:latin typeface="Arial" pitchFamily="34" charset="0"/>
                <a:ea typeface="Arial" pitchFamily="34" charset="-122"/>
                <a:cs typeface="Arial" pitchFamily="34" charset="-120"/>
              </a:rPr>
              <a:t> 완성</a:t>
            </a:r>
            <a:endParaRPr lang="en-US" sz="1800" b="1" dirty="0"/>
          </a:p>
        </p:txBody>
      </p:sp>
    </p:spTree>
    <p:extLst>
      <p:ext uri="{BB962C8B-B14F-4D97-AF65-F5344CB8AC3E}">
        <p14:creationId xmlns:p14="http://schemas.microsoft.com/office/powerpoint/2010/main" val="1680013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2C304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3" name="Text 0"/>
          <p:cNvSpPr/>
          <p:nvPr/>
        </p:nvSpPr>
        <p:spPr>
          <a:xfrm>
            <a:off x="8211741" y="2647950"/>
            <a:ext cx="2050862" cy="361950"/>
          </a:xfrm>
          <a:prstGeom prst="rect">
            <a:avLst/>
          </a:prstGeom>
          <a:noFill/>
          <a:ln/>
        </p:spPr>
        <p:txBody>
          <a:bodyPr wrap="square" lIns="25400" tIns="25400" rIns="25400" bIns="25400" rtlCol="0" anchor="t">
            <a:normAutofit fontScale="62500" lnSpcReduction="20000"/>
          </a:bodyPr>
          <a:lstStyle/>
          <a:p>
            <a:pPr marL="0" indent="0" algn="l">
              <a:buNone/>
            </a:pPr>
            <a:r>
              <a:rPr lang="en-US" sz="1950" kern="0" spc="750" dirty="0">
                <a:solidFill>
                  <a:srgbClr val="F5C518">
                    <a:alpha val="70000"/>
                  </a:srgbClr>
                </a:solidFill>
                <a:latin typeface="Arial" pitchFamily="34" charset="0"/>
                <a:ea typeface="Arial" pitchFamily="34" charset="-122"/>
                <a:cs typeface="Arial" pitchFamily="34" charset="-120"/>
              </a:rPr>
              <a:t>CHAPTER 06</a:t>
            </a:r>
            <a:endParaRPr lang="en-US" sz="1950" dirty="0"/>
          </a:p>
        </p:txBody>
      </p:sp>
      <p:sp>
        <p:nvSpPr>
          <p:cNvPr id="4" name="Text 1"/>
          <p:cNvSpPr/>
          <p:nvPr/>
        </p:nvSpPr>
        <p:spPr>
          <a:xfrm>
            <a:off x="7247831" y="3143250"/>
            <a:ext cx="4171464" cy="15811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3500" b="1" kern="0" spc="450" dirty="0">
                <a:solidFill>
                  <a:srgbClr val="F5C518"/>
                </a:solidFill>
                <a:latin typeface="Arial" pitchFamily="34" charset="0"/>
                <a:ea typeface="Arial" pitchFamily="34" charset="-122"/>
                <a:cs typeface="Arial" pitchFamily="34" charset="-120"/>
              </a:rPr>
              <a:t>Q&amp;A</a:t>
            </a:r>
            <a:endParaRPr lang="en-US" sz="13500" dirty="0"/>
          </a:p>
        </p:txBody>
      </p:sp>
      <p:sp>
        <p:nvSpPr>
          <p:cNvPr id="5" name="Text 2"/>
          <p:cNvSpPr/>
          <p:nvPr/>
        </p:nvSpPr>
        <p:spPr>
          <a:xfrm>
            <a:off x="8068568" y="4838700"/>
            <a:ext cx="2365950" cy="749300"/>
          </a:xfrm>
          <a:prstGeom prst="rect">
            <a:avLst/>
          </a:prstGeom>
          <a:noFill/>
          <a:ln/>
        </p:spPr>
        <p:txBody>
          <a:bodyPr wrap="square" lIns="25400" tIns="25400" rIns="25400" bIns="25400" rtlCol="0" anchor="t">
            <a:normAutofit/>
          </a:bodyPr>
          <a:lstStyle/>
          <a:p>
            <a:pPr marL="0" indent="0" algn="l">
              <a:buNone/>
            </a:pPr>
            <a:r>
              <a:rPr lang="en-US" sz="3900" kern="0" spc="300" dirty="0">
                <a:solidFill>
                  <a:srgbClr val="FFFFFF">
                    <a:alpha val="60000"/>
                  </a:srgbClr>
                </a:solidFill>
                <a:latin typeface="Arial" pitchFamily="34" charset="0"/>
                <a:ea typeface="Arial" pitchFamily="34" charset="-122"/>
                <a:cs typeface="Arial" pitchFamily="34" charset="-120"/>
              </a:rPr>
              <a:t>질의 응답</a:t>
            </a:r>
            <a:endParaRPr lang="en-US" sz="3900" dirty="0"/>
          </a:p>
        </p:txBody>
      </p:sp>
      <p:sp>
        <p:nvSpPr>
          <p:cNvPr id="6" name="Shape 3">
            <a:extLst>
              <a:ext uri="{C183D7F6-B498-43B3-948B-1728B52AA6E4}">
                <adec:decorative xmlns:adec="http://schemas.microsoft.com/office/drawing/2017/decorative" val="1"/>
              </a:ext>
            </a:extLst>
          </p:cNvPr>
          <p:cNvSpPr/>
          <p:nvPr/>
        </p:nvSpPr>
        <p:spPr>
          <a:xfrm>
            <a:off x="7057331" y="5969000"/>
            <a:ext cx="1991420" cy="844550"/>
          </a:xfrm>
          <a:prstGeom prst="roundRect">
            <a:avLst>
              <a:gd name="adj" fmla="val 50000"/>
            </a:avLst>
          </a:prstGeom>
          <a:solidFill>
            <a:srgbClr val="FFFFFF">
              <a:alpha val="6000"/>
            </a:srgbClr>
          </a:solidFill>
          <a:ln w="12700">
            <a:solidFill>
              <a:srgbClr val="FFFFFF">
                <a:alpha val="14000"/>
              </a:srgbClr>
            </a:solidFill>
            <a:prstDash val="solid"/>
          </a:ln>
        </p:spPr>
        <p:txBody>
          <a:bodyPr/>
          <a:lstStyle/>
          <a:p>
            <a:endParaRPr lang="ko-KR" altLang="en-US"/>
          </a:p>
        </p:txBody>
      </p:sp>
      <p:sp>
        <p:nvSpPr>
          <p:cNvPr id="7" name="Text 4"/>
          <p:cNvSpPr/>
          <p:nvPr/>
        </p:nvSpPr>
        <p:spPr>
          <a:xfrm>
            <a:off x="7489131" y="6115050"/>
            <a:ext cx="1127820" cy="590550"/>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한컴 말랑말랑 Bold" panose="020F0803000000000000" pitchFamily="50" charset="-127"/>
                <a:ea typeface="한컴 말랑말랑 Bold" panose="020F0803000000000000" pitchFamily="50" charset="-127"/>
                <a:cs typeface="Arial" pitchFamily="34" charset="-120"/>
              </a:rPr>
              <a:t>강진원</a:t>
            </a:r>
            <a:endParaRPr lang="en-US" sz="3000" dirty="0">
              <a:latin typeface="한컴 말랑말랑 Bold" panose="020F0803000000000000" pitchFamily="50" charset="-127"/>
              <a:ea typeface="한컴 말랑말랑 Bold" panose="020F0803000000000000" pitchFamily="50" charset="-127"/>
            </a:endParaRPr>
          </a:p>
        </p:txBody>
      </p:sp>
      <p:sp>
        <p:nvSpPr>
          <p:cNvPr id="8" name="Shape 5">
            <a:extLst>
              <a:ext uri="{C183D7F6-B498-43B3-948B-1728B52AA6E4}">
                <adec:decorative xmlns:adec="http://schemas.microsoft.com/office/drawing/2017/decorative" val="1"/>
              </a:ext>
            </a:extLst>
          </p:cNvPr>
          <p:cNvSpPr/>
          <p:nvPr/>
        </p:nvSpPr>
        <p:spPr>
          <a:xfrm>
            <a:off x="9239250" y="5969000"/>
            <a:ext cx="1991420" cy="844550"/>
          </a:xfrm>
          <a:prstGeom prst="roundRect">
            <a:avLst>
              <a:gd name="adj" fmla="val 50000"/>
            </a:avLst>
          </a:prstGeom>
          <a:solidFill>
            <a:srgbClr val="FFFFFF">
              <a:alpha val="6000"/>
            </a:srgbClr>
          </a:solidFill>
          <a:ln w="12700">
            <a:solidFill>
              <a:srgbClr val="FFFFFF">
                <a:alpha val="14000"/>
              </a:srgbClr>
            </a:solidFill>
            <a:prstDash val="solid"/>
          </a:ln>
        </p:spPr>
        <p:txBody>
          <a:bodyPr/>
          <a:lstStyle/>
          <a:p>
            <a:endParaRPr lang="ko-KR" altLang="en-US"/>
          </a:p>
        </p:txBody>
      </p:sp>
      <p:sp>
        <p:nvSpPr>
          <p:cNvPr id="9" name="Text 6"/>
          <p:cNvSpPr/>
          <p:nvPr/>
        </p:nvSpPr>
        <p:spPr>
          <a:xfrm>
            <a:off x="9671050" y="6115050"/>
            <a:ext cx="1127820" cy="590550"/>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한컴 말랑말랑 Bold" panose="020F0803000000000000" pitchFamily="50" charset="-127"/>
                <a:ea typeface="한컴 말랑말랑 Bold" panose="020F0803000000000000" pitchFamily="50" charset="-127"/>
                <a:cs typeface="Arial" pitchFamily="34" charset="-120"/>
              </a:rPr>
              <a:t>오하율</a:t>
            </a:r>
            <a:endParaRPr lang="en-US" sz="3000" dirty="0">
              <a:latin typeface="한컴 말랑말랑 Bold" panose="020F0803000000000000" pitchFamily="50" charset="-127"/>
              <a:ea typeface="한컴 말랑말랑 Bold" panose="020F0803000000000000" pitchFamily="50" charset="-127"/>
            </a:endParaRPr>
          </a:p>
        </p:txBody>
      </p:sp>
      <p:sp>
        <p:nvSpPr>
          <p:cNvPr id="10" name="Text 7"/>
          <p:cNvSpPr/>
          <p:nvPr/>
        </p:nvSpPr>
        <p:spPr>
          <a:xfrm>
            <a:off x="6593781" y="7308850"/>
            <a:ext cx="5610374" cy="368300"/>
          </a:xfrm>
          <a:prstGeom prst="rect">
            <a:avLst/>
          </a:prstGeom>
          <a:noFill/>
          <a:ln/>
        </p:spPr>
        <p:txBody>
          <a:bodyPr wrap="square" lIns="25400" tIns="25400" rIns="25400" bIns="25400" rtlCol="0" anchor="t">
            <a:noAutofit/>
          </a:bodyPr>
          <a:lstStyle/>
          <a:p>
            <a:r>
              <a:rPr lang="ko-KR" altLang="en-US" sz="2400" kern="0" spc="150" dirty="0">
                <a:solidFill>
                  <a:srgbClr val="FFFFFF">
                    <a:alpha val="28000"/>
                  </a:srgbClr>
                </a:solidFill>
                <a:latin typeface="Arial" pitchFamily="34" charset="0"/>
                <a:ea typeface="Arial" pitchFamily="34" charset="-122"/>
                <a:cs typeface="Arial" pitchFamily="34" charset="-120"/>
              </a:rPr>
              <a:t>강진원 </a:t>
            </a:r>
            <a:r>
              <a:rPr lang="en-US" altLang="ko-KR" sz="2400" kern="0" spc="150" dirty="0">
                <a:solidFill>
                  <a:srgbClr val="FFFFFF">
                    <a:alpha val="28000"/>
                  </a:srgbClr>
                </a:solidFill>
                <a:latin typeface="Arial" pitchFamily="34" charset="0"/>
                <a:ea typeface="Arial" pitchFamily="34" charset="-122"/>
                <a:cs typeface="Arial" pitchFamily="34" charset="-120"/>
              </a:rPr>
              <a:t>: rkdwlsdnjs9@gmail.com</a:t>
            </a:r>
            <a:endParaRPr lang="en-US" sz="2400" dirty="0"/>
          </a:p>
        </p:txBody>
      </p:sp>
      <p:sp>
        <p:nvSpPr>
          <p:cNvPr id="11" name="Shape 8">
            <a:extLst>
              <a:ext uri="{C183D7F6-B498-43B3-948B-1728B52AA6E4}">
                <adec:decorative xmlns:adec="http://schemas.microsoft.com/office/drawing/2017/decorative" val="1"/>
              </a:ext>
            </a:extLst>
          </p:cNvPr>
          <p:cNvSpPr/>
          <p:nvPr/>
        </p:nvSpPr>
        <p:spPr>
          <a:xfrm>
            <a:off x="0" y="10239375"/>
            <a:ext cx="18288000" cy="47625"/>
          </a:xfrm>
          <a:prstGeom prst="rect">
            <a:avLst/>
          </a:prstGeom>
          <a:gradFill rotWithShape="1">
            <a:gsLst>
              <a:gs pos="0">
                <a:srgbClr val="F5C518">
                  <a:alpha val="100000"/>
                </a:srgbClr>
              </a:gs>
              <a:gs pos="33333">
                <a:srgbClr val="22D3C0">
                  <a:alpha val="100000"/>
                </a:srgbClr>
              </a:gs>
              <a:gs pos="66667">
                <a:srgbClr val="A78BFA">
                  <a:alpha val="100000"/>
                </a:srgbClr>
              </a:gs>
              <a:gs pos="100000">
                <a:srgbClr val="F26B5B">
                  <a:alpha val="100000"/>
                </a:srgbClr>
              </a:gs>
            </a:gsLst>
            <a:lin ang="0" scaled="0"/>
          </a:gradFill>
          <a:ln/>
        </p:spPr>
        <p:txBody>
          <a:bodyPr/>
          <a:lstStyle/>
          <a:p>
            <a:endParaRPr lang="ko-KR" altLang="en-US"/>
          </a:p>
        </p:txBody>
      </p:sp>
      <p:sp>
        <p:nvSpPr>
          <p:cNvPr id="13" name="Text 7">
            <a:extLst>
              <a:ext uri="{FF2B5EF4-FFF2-40B4-BE49-F238E27FC236}">
                <a16:creationId xmlns:a16="http://schemas.microsoft.com/office/drawing/2014/main" id="{DF9FBD73-8CBF-C692-8599-20E94206641A}"/>
              </a:ext>
            </a:extLst>
          </p:cNvPr>
          <p:cNvSpPr/>
          <p:nvPr/>
        </p:nvSpPr>
        <p:spPr>
          <a:xfrm>
            <a:off x="6593781" y="7874000"/>
            <a:ext cx="5610374" cy="368300"/>
          </a:xfrm>
          <a:prstGeom prst="rect">
            <a:avLst/>
          </a:prstGeom>
          <a:noFill/>
          <a:ln/>
        </p:spPr>
        <p:txBody>
          <a:bodyPr wrap="square" lIns="25400" tIns="25400" rIns="25400" bIns="25400" rtlCol="0" anchor="t">
            <a:noAutofit/>
          </a:bodyPr>
          <a:lstStyle/>
          <a:p>
            <a:r>
              <a:rPr lang="ko-KR" altLang="en-US" sz="2400" kern="0" spc="150" dirty="0">
                <a:solidFill>
                  <a:srgbClr val="FFFFFF">
                    <a:alpha val="28000"/>
                  </a:srgbClr>
                </a:solidFill>
                <a:latin typeface="Arial" pitchFamily="34" charset="0"/>
                <a:ea typeface="Arial" pitchFamily="34" charset="-122"/>
                <a:cs typeface="Arial" pitchFamily="34" charset="-120"/>
              </a:rPr>
              <a:t>오하율 </a:t>
            </a:r>
            <a:r>
              <a:rPr lang="en-US" altLang="ko-KR" sz="2400" kern="0" spc="150" dirty="0">
                <a:solidFill>
                  <a:srgbClr val="FFFFFF">
                    <a:alpha val="28000"/>
                  </a:srgbClr>
                </a:solidFill>
                <a:latin typeface="Arial" pitchFamily="34" charset="0"/>
                <a:ea typeface="Arial" pitchFamily="34" charset="-122"/>
                <a:cs typeface="Arial" pitchFamily="34" charset="-120"/>
              </a:rPr>
              <a:t>: ohayul.me@gmail.com</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TotalTime>
  <Words>886</Words>
  <Application>Microsoft Office PowerPoint</Application>
  <PresentationFormat>사용자 지정</PresentationFormat>
  <Paragraphs>197</Paragraphs>
  <Slides>22</Slides>
  <Notes>22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한컴 말랑말랑 Bold</vt:lpstr>
      <vt:lpstr>Arial</vt:lpstr>
      <vt:lpstr>Ebrima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하율 오</cp:lastModifiedBy>
  <cp:revision>2</cp:revision>
  <dcterms:created xsi:type="dcterms:W3CDTF">2026-06-27T03:12:14Z</dcterms:created>
  <dcterms:modified xsi:type="dcterms:W3CDTF">2026-06-29T01:55:57Z</dcterms:modified>
</cp:coreProperties>
</file>